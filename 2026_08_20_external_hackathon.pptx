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4"/>
    <p:sldMasterId id="2147483675" r:id="rId5"/>
  </p:sldMasterIdLst>
  <p:notesMasterIdLst>
    <p:notesMasterId r:id="rId16"/>
  </p:notesMasterIdLst>
  <p:handoutMasterIdLst>
    <p:handoutMasterId r:id="rId17"/>
  </p:handoutMasterIdLst>
  <p:sldIdLst>
    <p:sldId id="256" r:id="rId6"/>
    <p:sldId id="265" r:id="rId7"/>
    <p:sldId id="283" r:id="rId8"/>
    <p:sldId id="277" r:id="rId9"/>
    <p:sldId id="276" r:id="rId10"/>
    <p:sldId id="278" r:id="rId11"/>
    <p:sldId id="279" r:id="rId12"/>
    <p:sldId id="280" r:id="rId13"/>
    <p:sldId id="281" r:id="rId14"/>
    <p:sldId id="282" r:id="rId15"/>
  </p:sldIdLst>
  <p:sldSz cx="12192000" cy="6858000"/>
  <p:notesSz cx="6858000" cy="9144000"/>
  <p:embeddedFontLst>
    <p:embeddedFont>
      <p:font typeface="Equinor" panose="020B0503050302040203" pitchFamily="34" charset="0"/>
      <p:regular r:id="rId18"/>
      <p:bold r:id="rId19"/>
      <p:italic r:id="rId20"/>
      <p:boldItalic r:id="rId21"/>
    </p:embeddedFont>
    <p:embeddedFont>
      <p:font typeface="Equinor Light" panose="020B0303050302040203" pitchFamily="34" charset="0"/>
      <p:regular r:id="rId22"/>
      <p:italic r:id="rId23"/>
    </p:embeddedFont>
    <p:embeddedFont>
      <p:font typeface="Equinor Medium" panose="020B0503050302040203" pitchFamily="34" charset="0"/>
      <p:regular r:id="rId24"/>
      <p:italic r:id="rId25"/>
    </p:embeddedFont>
    <p:embeddedFont>
      <p:font typeface="Segoe UI" panose="020B0502040204020203" pitchFamily="34" charset="0"/>
      <p:regular r:id="rId26"/>
      <p:bold r:id="rId27"/>
      <p:italic r:id="rId28"/>
      <p:boldItalic r:id="rId29"/>
    </p:embeddedFont>
    <p:embeddedFont>
      <p:font typeface="Verdana" panose="020B0604030504040204" pitchFamily="3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F5FF"/>
    <a:srgbClr val="243746"/>
    <a:srgbClr val="D5EAF4"/>
    <a:srgbClr val="FF1243"/>
    <a:srgbClr val="FFE7D6"/>
    <a:srgbClr val="E6FAEC"/>
    <a:srgbClr val="333333"/>
    <a:srgbClr val="7D0023"/>
    <a:srgbClr val="D2EFE5"/>
    <a:srgbClr val="BDE4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D5FF85-A0C3-269B-346C-6910FC3A3C35}" v="11" dt="2026-08-19T09:52:16.574"/>
    <p1510:client id="{38A3D0CB-0473-D843-93E1-371C1C56E8F7}" v="1" dt="2026-08-20T12:39:51.476"/>
    <p1510:client id="{58794025-EC47-3866-F42D-38712CD4494F}" v="28" dt="2026-08-19T09:38:38.596"/>
    <p1510:client id="{C1BE8898-5641-F262-D7A2-E0D1EC46082D}" v="395" dt="2026-08-20T12:04:43.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6"/>
  </p:normalViewPr>
  <p:slideViewPr>
    <p:cSldViewPr snapToGrid="0">
      <p:cViewPr varScale="1">
        <p:scale>
          <a:sx n="114" d="100"/>
          <a:sy n="114" d="100"/>
        </p:scale>
        <p:origin x="71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font" Target="fonts/font16.fnt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EC84AE-7282-4695-8716-C7A09A106E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A54720E-115C-42D4-A6F4-FA2F6CC0A0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EA88EB-8FDD-45EC-96FC-94A1AF99DAFF}" type="datetimeFigureOut">
              <a:rPr lang="en-GB" smtClean="0"/>
              <a:t>20/08/2026</a:t>
            </a:fld>
            <a:endParaRPr lang="en-GB"/>
          </a:p>
        </p:txBody>
      </p:sp>
      <p:sp>
        <p:nvSpPr>
          <p:cNvPr id="4" name="Footer Placeholder 3">
            <a:extLst>
              <a:ext uri="{FF2B5EF4-FFF2-40B4-BE49-F238E27FC236}">
                <a16:creationId xmlns:a16="http://schemas.microsoft.com/office/drawing/2014/main" id="{4CECD3B8-7ADF-49DE-84B0-42BA73A8C7F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1A57CE3-8B90-4654-A56B-20F3524C0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B76F21D-FBDA-415F-AD90-9EF411C40755}" type="slidenum">
              <a:rPr lang="en-GB" smtClean="0"/>
              <a:t>‹#›</a:t>
            </a:fld>
            <a:endParaRPr lang="en-GB"/>
          </a:p>
        </p:txBody>
      </p:sp>
    </p:spTree>
    <p:extLst>
      <p:ext uri="{BB962C8B-B14F-4D97-AF65-F5344CB8AC3E}">
        <p14:creationId xmlns:p14="http://schemas.microsoft.com/office/powerpoint/2010/main" val="3242756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5AAD9-D119-47C5-9471-94F136996FDC}" type="datetimeFigureOut">
              <a:rPr lang="en-GB" smtClean="0"/>
              <a:t>20/08/2026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46255-B0A8-41CF-A15B-EB86725FC229}" type="slidenum">
              <a:rPr lang="en-GB" smtClean="0"/>
              <a:t>‹#›</a:t>
            </a:fld>
            <a:endParaRPr lang="en-GB"/>
          </a:p>
        </p:txBody>
      </p:sp>
    </p:spTree>
    <p:extLst>
      <p:ext uri="{BB962C8B-B14F-4D97-AF65-F5344CB8AC3E}">
        <p14:creationId xmlns:p14="http://schemas.microsoft.com/office/powerpoint/2010/main" val="900297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04056-C69C-4FBC-AE58-E44496D28FA2}"/>
              </a:ext>
            </a:extLst>
          </p:cNvPr>
          <p:cNvSpPr>
            <a:spLocks noGrp="1"/>
          </p:cNvSpPr>
          <p:nvPr>
            <p:ph type="title"/>
          </p:nvPr>
        </p:nvSpPr>
        <p:spPr>
          <a:xfrm>
            <a:off x="695325" y="820801"/>
            <a:ext cx="10801350" cy="592073"/>
          </a:xfrm>
        </p:spPr>
        <p:txBody>
          <a:bodyPr anchor="t"/>
          <a:lstStyle>
            <a:lvl1pPr>
              <a:defRPr>
                <a:solidFill>
                  <a:srgbClr val="243746"/>
                </a:solidFill>
              </a:defRPr>
            </a:lvl1pPr>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69FFE683-C623-4C3E-8A1E-D0CBFFA36A69}"/>
              </a:ext>
            </a:extLst>
          </p:cNvPr>
          <p:cNvSpPr>
            <a:spLocks noGrp="1"/>
          </p:cNvSpPr>
          <p:nvPr>
            <p:ph idx="1"/>
          </p:nvPr>
        </p:nvSpPr>
        <p:spPr>
          <a:xfrm>
            <a:off x="698360" y="1800000"/>
            <a:ext cx="10789317" cy="4355904"/>
          </a:xfrm>
        </p:spPr>
        <p:txBody>
          <a:bodyPr/>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8" name="Straight Connector 7">
            <a:extLst>
              <a:ext uri="{FF2B5EF4-FFF2-40B4-BE49-F238E27FC236}">
                <a16:creationId xmlns:a16="http://schemas.microsoft.com/office/drawing/2014/main" id="{FB947B7D-D288-4B86-BBDA-0325B4887916}"/>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
        <p:nvSpPr>
          <p:cNvPr id="9" name="Slide Number Placeholder 19">
            <a:extLst>
              <a:ext uri="{FF2B5EF4-FFF2-40B4-BE49-F238E27FC236}">
                <a16:creationId xmlns:a16="http://schemas.microsoft.com/office/drawing/2014/main" id="{50A219CA-56C7-4FC0-AF3C-443253982630}"/>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Tree>
    <p:extLst>
      <p:ext uri="{BB962C8B-B14F-4D97-AF65-F5344CB8AC3E}">
        <p14:creationId xmlns:p14="http://schemas.microsoft.com/office/powerpoint/2010/main" val="2827965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2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lvl1pPr>
              <a:defRPr>
                <a:solidFill>
                  <a:srgbClr val="243746"/>
                </a:solidFill>
              </a:defRPr>
            </a:lvl1pPr>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hasCustomPrompt="1"/>
          </p:nvPr>
        </p:nvSpPr>
        <p:spPr>
          <a:xfrm>
            <a:off x="695325" y="1800000"/>
            <a:ext cx="5400675" cy="4337043"/>
          </a:xfrm>
        </p:spPr>
        <p:txBody>
          <a:bodyPr rIns="288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hasCustomPrompt="1"/>
          </p:nvPr>
        </p:nvSpPr>
        <p:spPr>
          <a:xfrm>
            <a:off x="6104232" y="1800000"/>
            <a:ext cx="5400673" cy="4337043"/>
          </a:xfrm>
        </p:spPr>
        <p:txBody>
          <a:bodyPr lIns="288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Slide Number Placeholder 19">
            <a:extLst>
              <a:ext uri="{FF2B5EF4-FFF2-40B4-BE49-F238E27FC236}">
                <a16:creationId xmlns:a16="http://schemas.microsoft.com/office/drawing/2014/main" id="{58A78EE1-E17C-46F7-8814-5155A1C7169D}"/>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7" name="Straight Connector 6">
            <a:extLst>
              <a:ext uri="{FF2B5EF4-FFF2-40B4-BE49-F238E27FC236}">
                <a16:creationId xmlns:a16="http://schemas.microsoft.com/office/drawing/2014/main" id="{F9DEAF68-2D99-47D6-AD8C-1328027DAF1D}"/>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542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F340-8562-4337-AC99-60EBFF7D663B}"/>
              </a:ext>
            </a:extLst>
          </p:cNvPr>
          <p:cNvSpPr>
            <a:spLocks noGrp="1"/>
          </p:cNvSpPr>
          <p:nvPr>
            <p:ph type="title"/>
          </p:nvPr>
        </p:nvSpPr>
        <p:spPr/>
        <p:txBody>
          <a:bodyPr anchor="t"/>
          <a:lstStyle>
            <a:lvl1pPr>
              <a:defRPr>
                <a:solidFill>
                  <a:srgbClr val="243746"/>
                </a:solidFill>
              </a:defRPr>
            </a:lvl1pPr>
          </a:lstStyle>
          <a:p>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23CEEBF-586D-454D-88EE-A658145444B2}"/>
              </a:ext>
            </a:extLst>
          </p:cNvPr>
          <p:cNvSpPr>
            <a:spLocks noGrp="1"/>
          </p:cNvSpPr>
          <p:nvPr>
            <p:ph sz="half" idx="1" hasCustomPrompt="1"/>
          </p:nvPr>
        </p:nvSpPr>
        <p:spPr>
          <a:xfrm>
            <a:off x="695325" y="1800533"/>
            <a:ext cx="3600450" cy="4365317"/>
          </a:xfrm>
        </p:spPr>
        <p:txBody>
          <a:bodyPr rIns="216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a:extLst>
              <a:ext uri="{FF2B5EF4-FFF2-40B4-BE49-F238E27FC236}">
                <a16:creationId xmlns:a16="http://schemas.microsoft.com/office/drawing/2014/main" id="{7C9542C3-B055-4FCA-9F98-B79594662E29}"/>
              </a:ext>
            </a:extLst>
          </p:cNvPr>
          <p:cNvSpPr>
            <a:spLocks noGrp="1"/>
          </p:cNvSpPr>
          <p:nvPr>
            <p:ph sz="half" idx="2" hasCustomPrompt="1"/>
          </p:nvPr>
        </p:nvSpPr>
        <p:spPr>
          <a:xfrm>
            <a:off x="7896225" y="1800533"/>
            <a:ext cx="3600449" cy="4365317"/>
          </a:xfrm>
        </p:spPr>
        <p:txBody>
          <a:bodyPr lIns="216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0" name="Content Placeholder 9">
            <a:extLst>
              <a:ext uri="{FF2B5EF4-FFF2-40B4-BE49-F238E27FC236}">
                <a16:creationId xmlns:a16="http://schemas.microsoft.com/office/drawing/2014/main" id="{6AB9CE00-B409-4DCF-A8B0-07E48E598F5B}"/>
              </a:ext>
            </a:extLst>
          </p:cNvPr>
          <p:cNvSpPr>
            <a:spLocks noGrp="1"/>
          </p:cNvSpPr>
          <p:nvPr>
            <p:ph sz="quarter" idx="13" hasCustomPrompt="1"/>
          </p:nvPr>
        </p:nvSpPr>
        <p:spPr>
          <a:xfrm>
            <a:off x="4321175" y="1800533"/>
            <a:ext cx="3575050" cy="4365317"/>
          </a:xfrm>
        </p:spPr>
        <p:txBody>
          <a:bodyPr lIns="108000" rIns="10800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Slide Number Placeholder 19">
            <a:extLst>
              <a:ext uri="{FF2B5EF4-FFF2-40B4-BE49-F238E27FC236}">
                <a16:creationId xmlns:a16="http://schemas.microsoft.com/office/drawing/2014/main" id="{3EAACCE9-428D-4665-9135-ACC3F08D070F}"/>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8" name="Straight Connector 7">
            <a:extLst>
              <a:ext uri="{FF2B5EF4-FFF2-40B4-BE49-F238E27FC236}">
                <a16:creationId xmlns:a16="http://schemas.microsoft.com/office/drawing/2014/main" id="{37EF2A27-AEDA-479E-BB70-B2E0DBAFB510}"/>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6410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Column-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a:lstStyle>
            <a:lvl1pPr>
              <a:defRPr>
                <a:solidFill>
                  <a:srgbClr val="243746"/>
                </a:solidFill>
              </a:defRPr>
            </a:lvl1pPr>
          </a:lstStyle>
          <a:p>
            <a:r>
              <a:rPr lang="en-US" noProof="0"/>
              <a:t>Click to edit Master title style</a:t>
            </a:r>
            <a:endParaRPr lang="en-GB" noProof="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hasCustomPrompt="1"/>
          </p:nvPr>
        </p:nvSpPr>
        <p:spPr>
          <a:xfrm>
            <a:off x="695324" y="2600326"/>
            <a:ext cx="3599703" cy="3565523"/>
          </a:xfrm>
        </p:spPr>
        <p:txBody>
          <a:bodyPr tIns="108000" rIns="21600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hasCustomPrompt="1"/>
          </p:nvPr>
        </p:nvSpPr>
        <p:spPr>
          <a:xfrm>
            <a:off x="4295402" y="2600326"/>
            <a:ext cx="3575424" cy="3565520"/>
          </a:xfrm>
        </p:spPr>
        <p:txBody>
          <a:bodyPr lIns="108000" tIns="108000" rIns="10800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hasCustomPrompt="1"/>
          </p:nvPr>
        </p:nvSpPr>
        <p:spPr>
          <a:xfrm>
            <a:off x="7896225" y="2600326"/>
            <a:ext cx="3600449" cy="3565520"/>
          </a:xfrm>
        </p:spPr>
        <p:txBody>
          <a:bodyPr lIns="216000" tIns="108000" r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hasCustomPrompt="1"/>
          </p:nvPr>
        </p:nvSpPr>
        <p:spPr>
          <a:xfrm>
            <a:off x="695325" y="2005318"/>
            <a:ext cx="3600450" cy="595007"/>
          </a:xfrm>
        </p:spPr>
        <p:txBody>
          <a:bodyPr rIns="216000" anchor="ctr"/>
          <a:lstStyle>
            <a:lvl1pPr marL="0" indent="0">
              <a:buNone/>
              <a:defRPr>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hasCustomPrompt="1"/>
          </p:nvPr>
        </p:nvSpPr>
        <p:spPr>
          <a:xfrm>
            <a:off x="4295775" y="2005318"/>
            <a:ext cx="3600450" cy="595007"/>
          </a:xfrm>
        </p:spPr>
        <p:txBody>
          <a:bodyPr lIns="108000" rIns="108000" anchor="ctr"/>
          <a:lstStyle>
            <a:lvl1pPr marL="0" indent="0">
              <a:buNone/>
              <a:defRPr>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hasCustomPrompt="1"/>
          </p:nvPr>
        </p:nvSpPr>
        <p:spPr>
          <a:xfrm>
            <a:off x="7896225" y="2005318"/>
            <a:ext cx="3600824" cy="595007"/>
          </a:xfrm>
        </p:spPr>
        <p:txBody>
          <a:bodyPr lIns="216000" anchor="ctr"/>
          <a:lstStyle>
            <a:lvl1pPr marL="0" indent="0">
              <a:buNone/>
              <a:defRPr>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cxnSp>
        <p:nvCxnSpPr>
          <p:cNvPr id="11" name="Straight Connector 10">
            <a:extLst>
              <a:ext uri="{FF2B5EF4-FFF2-40B4-BE49-F238E27FC236}">
                <a16:creationId xmlns:a16="http://schemas.microsoft.com/office/drawing/2014/main" id="{0322214E-3AB3-4C24-A524-2CE8418A11BD}"/>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0686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Column-subtitl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B17FA0E-AA13-4C42-8188-620374EFB3E0}"/>
              </a:ext>
            </a:extLst>
          </p:cNvPr>
          <p:cNvSpPr>
            <a:spLocks noGrp="1"/>
          </p:cNvSpPr>
          <p:nvPr>
            <p:ph type="title"/>
          </p:nvPr>
        </p:nvSpPr>
        <p:spPr/>
        <p:txBody>
          <a:bodyPr/>
          <a:lstStyle>
            <a:lvl1pPr>
              <a:defRPr>
                <a:solidFill>
                  <a:srgbClr val="243746"/>
                </a:solidFill>
              </a:defRPr>
            </a:lvl1pPr>
          </a:lstStyle>
          <a:p>
            <a:r>
              <a:rPr lang="en-US" noProof="0"/>
              <a:t>Click to edit Master title style</a:t>
            </a:r>
            <a:endParaRPr lang="en-GB" noProof="0"/>
          </a:p>
        </p:txBody>
      </p:sp>
      <p:sp>
        <p:nvSpPr>
          <p:cNvPr id="3" name="Plassholder for lysbildenummer 2">
            <a:extLst>
              <a:ext uri="{FF2B5EF4-FFF2-40B4-BE49-F238E27FC236}">
                <a16:creationId xmlns:a16="http://schemas.microsoft.com/office/drawing/2014/main" id="{543011A7-1579-467E-9777-CBD2ED66A949}"/>
              </a:ext>
            </a:extLst>
          </p:cNvPr>
          <p:cNvSpPr>
            <a:spLocks noGrp="1"/>
          </p:cNvSpPr>
          <p:nvPr>
            <p:ph type="sldNum" sz="quarter" idx="10"/>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14" name="Plassholder for tekst 8">
            <a:extLst>
              <a:ext uri="{FF2B5EF4-FFF2-40B4-BE49-F238E27FC236}">
                <a16:creationId xmlns:a16="http://schemas.microsoft.com/office/drawing/2014/main" id="{8E74CE31-3457-4C54-9AC4-603EA7DF5777}"/>
              </a:ext>
            </a:extLst>
          </p:cNvPr>
          <p:cNvSpPr>
            <a:spLocks noGrp="1"/>
          </p:cNvSpPr>
          <p:nvPr>
            <p:ph type="body" sz="quarter" idx="17" hasCustomPrompt="1"/>
          </p:nvPr>
        </p:nvSpPr>
        <p:spPr>
          <a:xfrm>
            <a:off x="695324" y="2600326"/>
            <a:ext cx="2700000" cy="3565523"/>
          </a:xfrm>
        </p:spPr>
        <p:txBody>
          <a:bodyPr tIns="108000" rIns="21600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ssholder for tekst 8">
            <a:extLst>
              <a:ext uri="{FF2B5EF4-FFF2-40B4-BE49-F238E27FC236}">
                <a16:creationId xmlns:a16="http://schemas.microsoft.com/office/drawing/2014/main" id="{007297FB-DFA9-41BB-AD98-EF67B10AFA8D}"/>
              </a:ext>
            </a:extLst>
          </p:cNvPr>
          <p:cNvSpPr>
            <a:spLocks noGrp="1"/>
          </p:cNvSpPr>
          <p:nvPr>
            <p:ph type="body" sz="quarter" idx="18" hasCustomPrompt="1"/>
          </p:nvPr>
        </p:nvSpPr>
        <p:spPr>
          <a:xfrm>
            <a:off x="3399856" y="2600326"/>
            <a:ext cx="2700000" cy="3565520"/>
          </a:xfrm>
        </p:spPr>
        <p:txBody>
          <a:bodyPr lIns="108000" tIns="108000" rIns="10800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8" name="Plassholder for tekst 8">
            <a:extLst>
              <a:ext uri="{FF2B5EF4-FFF2-40B4-BE49-F238E27FC236}">
                <a16:creationId xmlns:a16="http://schemas.microsoft.com/office/drawing/2014/main" id="{3886D0C4-44B7-49C8-9434-C6C25F9E0286}"/>
              </a:ext>
            </a:extLst>
          </p:cNvPr>
          <p:cNvSpPr>
            <a:spLocks noGrp="1"/>
          </p:cNvSpPr>
          <p:nvPr>
            <p:ph type="body" sz="quarter" idx="19" hasCustomPrompt="1"/>
          </p:nvPr>
        </p:nvSpPr>
        <p:spPr>
          <a:xfrm>
            <a:off x="8796338" y="2600326"/>
            <a:ext cx="2700000" cy="3565520"/>
          </a:xfrm>
        </p:spPr>
        <p:txBody>
          <a:bodyPr lIns="216000" tIns="108000" rIns="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0" name="Plassholder for tekst 18">
            <a:extLst>
              <a:ext uri="{FF2B5EF4-FFF2-40B4-BE49-F238E27FC236}">
                <a16:creationId xmlns:a16="http://schemas.microsoft.com/office/drawing/2014/main" id="{DBFAF301-F8FD-4231-A63B-9F6E3A9ED215}"/>
              </a:ext>
            </a:extLst>
          </p:cNvPr>
          <p:cNvSpPr>
            <a:spLocks noGrp="1"/>
          </p:cNvSpPr>
          <p:nvPr>
            <p:ph type="body" sz="quarter" idx="20" hasCustomPrompt="1"/>
          </p:nvPr>
        </p:nvSpPr>
        <p:spPr>
          <a:xfrm>
            <a:off x="695325" y="2005318"/>
            <a:ext cx="2700000" cy="595007"/>
          </a:xfrm>
        </p:spPr>
        <p:txBody>
          <a:bodyPr rIns="21600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1" name="Plassholder for tekst 18">
            <a:extLst>
              <a:ext uri="{FF2B5EF4-FFF2-40B4-BE49-F238E27FC236}">
                <a16:creationId xmlns:a16="http://schemas.microsoft.com/office/drawing/2014/main" id="{1D294CE1-173D-46A6-8782-22CC552D7500}"/>
              </a:ext>
            </a:extLst>
          </p:cNvPr>
          <p:cNvSpPr>
            <a:spLocks noGrp="1"/>
          </p:cNvSpPr>
          <p:nvPr>
            <p:ph type="body" sz="quarter" idx="21" hasCustomPrompt="1"/>
          </p:nvPr>
        </p:nvSpPr>
        <p:spPr>
          <a:xfrm>
            <a:off x="3400229" y="2005318"/>
            <a:ext cx="2700000" cy="595007"/>
          </a:xfrm>
        </p:spPr>
        <p:txBody>
          <a:bodyPr lIns="108000" rIns="10800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22" name="Plassholder for tekst 18">
            <a:extLst>
              <a:ext uri="{FF2B5EF4-FFF2-40B4-BE49-F238E27FC236}">
                <a16:creationId xmlns:a16="http://schemas.microsoft.com/office/drawing/2014/main" id="{C0C9451C-6A50-40CA-A503-0AE05FF0FDA5}"/>
              </a:ext>
            </a:extLst>
          </p:cNvPr>
          <p:cNvSpPr>
            <a:spLocks noGrp="1"/>
          </p:cNvSpPr>
          <p:nvPr>
            <p:ph type="body" sz="quarter" idx="22" hasCustomPrompt="1"/>
          </p:nvPr>
        </p:nvSpPr>
        <p:spPr>
          <a:xfrm>
            <a:off x="8796431" y="2005318"/>
            <a:ext cx="2700000" cy="595007"/>
          </a:xfrm>
        </p:spPr>
        <p:txBody>
          <a:bodyPr lIns="21600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11" name="Plassholder for tekst 8">
            <a:extLst>
              <a:ext uri="{FF2B5EF4-FFF2-40B4-BE49-F238E27FC236}">
                <a16:creationId xmlns:a16="http://schemas.microsoft.com/office/drawing/2014/main" id="{F41B8369-23C3-4F16-BCF6-293D6FF66C20}"/>
              </a:ext>
            </a:extLst>
          </p:cNvPr>
          <p:cNvSpPr>
            <a:spLocks noGrp="1"/>
          </p:cNvSpPr>
          <p:nvPr>
            <p:ph type="body" sz="quarter" idx="23" hasCustomPrompt="1"/>
          </p:nvPr>
        </p:nvSpPr>
        <p:spPr>
          <a:xfrm>
            <a:off x="6105349" y="2600326"/>
            <a:ext cx="2700000" cy="3565520"/>
          </a:xfrm>
        </p:spPr>
        <p:txBody>
          <a:bodyPr lIns="108000" tIns="108000" rIns="108000"/>
          <a:lstStyle>
            <a:lvl1pPr>
              <a:defRPr sz="1200">
                <a:solidFill>
                  <a:srgbClr val="243746"/>
                </a:solidFill>
              </a:defRPr>
            </a:lvl1pPr>
            <a:lvl2pPr>
              <a:defRPr sz="1200">
                <a:solidFill>
                  <a:srgbClr val="243746"/>
                </a:solidFill>
              </a:defRPr>
            </a:lvl2pPr>
            <a:lvl3pPr>
              <a:defRPr sz="1200">
                <a:solidFill>
                  <a:srgbClr val="243746"/>
                </a:solidFill>
              </a:defRPr>
            </a:lvl3pPr>
            <a:lvl4pPr>
              <a:defRPr sz="1200">
                <a:solidFill>
                  <a:srgbClr val="243746"/>
                </a:solidFill>
              </a:defRPr>
            </a:lvl4pPr>
            <a:lvl5pPr>
              <a:defRPr sz="1200">
                <a:solidFill>
                  <a:srgbClr val="243746"/>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Plassholder for tekst 18">
            <a:extLst>
              <a:ext uri="{FF2B5EF4-FFF2-40B4-BE49-F238E27FC236}">
                <a16:creationId xmlns:a16="http://schemas.microsoft.com/office/drawing/2014/main" id="{DBA1DC41-ABAE-4F03-A70D-362A4D4B5903}"/>
              </a:ext>
            </a:extLst>
          </p:cNvPr>
          <p:cNvSpPr>
            <a:spLocks noGrp="1"/>
          </p:cNvSpPr>
          <p:nvPr>
            <p:ph type="body" sz="quarter" idx="24" hasCustomPrompt="1"/>
          </p:nvPr>
        </p:nvSpPr>
        <p:spPr>
          <a:xfrm>
            <a:off x="6105722" y="2005318"/>
            <a:ext cx="2700000" cy="595007"/>
          </a:xfrm>
        </p:spPr>
        <p:txBody>
          <a:bodyPr lIns="108000" rIns="108000" anchor="ctr"/>
          <a:lstStyle>
            <a:lvl1pPr marL="0" indent="0">
              <a:buNone/>
              <a:defRPr sz="1400">
                <a:solidFill>
                  <a:srgbClr val="243746"/>
                </a:solidFill>
                <a:latin typeface="+mj-lt"/>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cxnSp>
        <p:nvCxnSpPr>
          <p:cNvPr id="15" name="Straight Connector 14">
            <a:extLst>
              <a:ext uri="{FF2B5EF4-FFF2-40B4-BE49-F238E27FC236}">
                <a16:creationId xmlns:a16="http://schemas.microsoft.com/office/drawing/2014/main" id="{9B208F9B-63CE-4FCD-BE60-F49AE7373A67}"/>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049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anchor="t"/>
          <a:lstStyle>
            <a:lvl1pPr>
              <a:defRPr>
                <a:solidFill>
                  <a:srgbClr val="243746"/>
                </a:solidFill>
              </a:defRPr>
            </a:lvl1pPr>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2" y="2014026"/>
            <a:ext cx="3546000" cy="1764000"/>
          </a:xfrm>
        </p:spPr>
        <p:txBody>
          <a:bodyPr/>
          <a:lstStyle>
            <a:lvl1pPr>
              <a:defRPr>
                <a:solidFill>
                  <a:srgbClr val="243746"/>
                </a:solidFill>
              </a:defRPr>
            </a:lvl1p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4329015" y="2014026"/>
            <a:ext cx="3546000" cy="1764000"/>
          </a:xfrm>
        </p:spPr>
        <p:txBody>
          <a:bodyPr/>
          <a:lstStyle>
            <a:lvl1pPr>
              <a:defRPr>
                <a:solidFill>
                  <a:srgbClr val="243746"/>
                </a:solidFill>
              </a:defRPr>
            </a:lvl1p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7953277" y="2014026"/>
            <a:ext cx="3546000" cy="1764000"/>
          </a:xfrm>
        </p:spPr>
        <p:txBody>
          <a:bodyPr/>
          <a:lstStyle>
            <a:lvl1pPr>
              <a:defRPr>
                <a:solidFill>
                  <a:srgbClr val="243746"/>
                </a:solidFill>
              </a:defRPr>
            </a:lvl1p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p:nvPr>
        </p:nvSpPr>
        <p:spPr>
          <a:xfrm>
            <a:off x="704752" y="3845002"/>
            <a:ext cx="3552825" cy="486000"/>
          </a:xfrm>
          <a:solidFill>
            <a:srgbClr val="243746"/>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p:nvPr>
        </p:nvSpPr>
        <p:spPr>
          <a:xfrm>
            <a:off x="704752" y="4397979"/>
            <a:ext cx="3546000" cy="1757362"/>
          </a:xfrm>
          <a:solidFill>
            <a:srgbClr val="DFF5FF"/>
          </a:solidFill>
        </p:spPr>
        <p:txBody>
          <a:bodyPr lIns="108000" tIns="180000" rIns="108000" bIns="180000">
            <a:noAutofit/>
          </a:bodyPr>
          <a:lstStyle>
            <a:lvl1pPr marL="4860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p:nvPr>
        </p:nvSpPr>
        <p:spPr>
          <a:xfrm>
            <a:off x="4329015" y="3845002"/>
            <a:ext cx="3552825" cy="486000"/>
          </a:xfrm>
          <a:solidFill>
            <a:srgbClr val="243746"/>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p:nvPr>
        </p:nvSpPr>
        <p:spPr>
          <a:xfrm>
            <a:off x="4329015" y="4397979"/>
            <a:ext cx="3546000" cy="1757362"/>
          </a:xfrm>
          <a:solidFill>
            <a:srgbClr val="DFF5FF"/>
          </a:solidFill>
        </p:spPr>
        <p:txBody>
          <a:bodyPr lIns="108000" tIns="180000" rIns="108000" bIns="180000">
            <a:noAutofit/>
          </a:bodyPr>
          <a:lstStyle>
            <a:lvl1pPr marL="4860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p:nvPr>
        </p:nvSpPr>
        <p:spPr>
          <a:xfrm>
            <a:off x="7953277" y="3845002"/>
            <a:ext cx="3552825" cy="486000"/>
          </a:xfrm>
          <a:solidFill>
            <a:srgbClr val="243746"/>
          </a:solidFill>
        </p:spPr>
        <p:txBody>
          <a:bodyPr lIns="108000" tIns="72000" rIns="108000" bIns="72000" anchor="ctr"/>
          <a:lstStyle>
            <a:lvl1pPr marL="0" indent="0" algn="ctr">
              <a:buNone/>
              <a:defRPr>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p:nvPr>
        </p:nvSpPr>
        <p:spPr>
          <a:xfrm>
            <a:off x="7953277" y="4397979"/>
            <a:ext cx="3546000" cy="1757362"/>
          </a:xfrm>
          <a:solidFill>
            <a:srgbClr val="DFF5FF"/>
          </a:solidFill>
        </p:spPr>
        <p:txBody>
          <a:bodyPr lIns="108000" tIns="180000" rIns="108000" bIns="180000">
            <a:noAutofit/>
          </a:bodyPr>
          <a:lstStyle>
            <a:lvl1pPr marL="48600" indent="0">
              <a:buFontTx/>
              <a:buNone/>
              <a:defRPr sz="14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14" name="Straight Connector 13">
            <a:extLst>
              <a:ext uri="{FF2B5EF4-FFF2-40B4-BE49-F238E27FC236}">
                <a16:creationId xmlns:a16="http://schemas.microsoft.com/office/drawing/2014/main" id="{8A977C04-1C2D-410B-BAA7-8E5E4634B2A0}"/>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023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Column-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A82A-D40B-4E23-84E3-79644D3CDD8E}"/>
              </a:ext>
            </a:extLst>
          </p:cNvPr>
          <p:cNvSpPr>
            <a:spLocks noGrp="1"/>
          </p:cNvSpPr>
          <p:nvPr>
            <p:ph type="title"/>
          </p:nvPr>
        </p:nvSpPr>
        <p:spPr/>
        <p:txBody>
          <a:bodyPr anchor="t"/>
          <a:lstStyle>
            <a:lvl1pPr>
              <a:defRPr>
                <a:solidFill>
                  <a:srgbClr val="243746"/>
                </a:solidFill>
              </a:defRPr>
            </a:lvl1pPr>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E7251969-427C-48D2-85E3-C93C8311D358}"/>
              </a:ext>
            </a:extLst>
          </p:cNvPr>
          <p:cNvSpPr>
            <a:spLocks noGrp="1"/>
          </p:cNvSpPr>
          <p:nvPr>
            <p:ph type="pic" sz="quarter" idx="13"/>
          </p:nvPr>
        </p:nvSpPr>
        <p:spPr>
          <a:xfrm>
            <a:off x="704751" y="2014026"/>
            <a:ext cx="2646000" cy="1485554"/>
          </a:xfrm>
        </p:spPr>
        <p:txBody>
          <a:bodyPr/>
          <a:lstStyle>
            <a:lvl1pPr>
              <a:defRPr>
                <a:solidFill>
                  <a:srgbClr val="243746"/>
                </a:solidFill>
              </a:defRPr>
            </a:lvl1pPr>
          </a:lstStyle>
          <a:p>
            <a:r>
              <a:rPr lang="en-US" noProof="0"/>
              <a:t>Click icon to add picture</a:t>
            </a:r>
            <a:endParaRPr lang="en-GB" noProof="0"/>
          </a:p>
        </p:txBody>
      </p:sp>
      <p:sp>
        <p:nvSpPr>
          <p:cNvPr id="9" name="Picture Placeholder 8">
            <a:extLst>
              <a:ext uri="{FF2B5EF4-FFF2-40B4-BE49-F238E27FC236}">
                <a16:creationId xmlns:a16="http://schemas.microsoft.com/office/drawing/2014/main" id="{BE46F400-E293-4169-9EF5-5E49E5FB89E6}"/>
              </a:ext>
            </a:extLst>
          </p:cNvPr>
          <p:cNvSpPr>
            <a:spLocks noGrp="1"/>
          </p:cNvSpPr>
          <p:nvPr>
            <p:ph type="pic" sz="quarter" idx="14"/>
          </p:nvPr>
        </p:nvSpPr>
        <p:spPr>
          <a:xfrm>
            <a:off x="3420059" y="2014026"/>
            <a:ext cx="2646000" cy="1485554"/>
          </a:xfrm>
        </p:spPr>
        <p:txBody>
          <a:bodyPr/>
          <a:lstStyle>
            <a:lvl1pPr>
              <a:defRPr>
                <a:solidFill>
                  <a:srgbClr val="243746"/>
                </a:solidFill>
              </a:defRPr>
            </a:lvl1pPr>
          </a:lstStyle>
          <a:p>
            <a:r>
              <a:rPr lang="en-US" noProof="0"/>
              <a:t>Click icon to add picture</a:t>
            </a:r>
            <a:endParaRPr lang="en-GB" noProof="0"/>
          </a:p>
        </p:txBody>
      </p:sp>
      <p:sp>
        <p:nvSpPr>
          <p:cNvPr id="11" name="Picture Placeholder 10">
            <a:extLst>
              <a:ext uri="{FF2B5EF4-FFF2-40B4-BE49-F238E27FC236}">
                <a16:creationId xmlns:a16="http://schemas.microsoft.com/office/drawing/2014/main" id="{FBC3ECC8-C305-4C0C-875D-732D6B6ADDCD}"/>
              </a:ext>
            </a:extLst>
          </p:cNvPr>
          <p:cNvSpPr>
            <a:spLocks noGrp="1"/>
          </p:cNvSpPr>
          <p:nvPr>
            <p:ph type="pic" sz="quarter" idx="15"/>
          </p:nvPr>
        </p:nvSpPr>
        <p:spPr>
          <a:xfrm>
            <a:off x="6135367" y="2014026"/>
            <a:ext cx="2646000" cy="1485554"/>
          </a:xfrm>
        </p:spPr>
        <p:txBody>
          <a:bodyPr/>
          <a:lstStyle>
            <a:lvl1pPr>
              <a:defRPr>
                <a:solidFill>
                  <a:srgbClr val="243746"/>
                </a:solidFill>
              </a:defRPr>
            </a:lvl1pPr>
          </a:lstStyle>
          <a:p>
            <a:r>
              <a:rPr lang="en-US" noProof="0"/>
              <a:t>Click icon to add picture</a:t>
            </a:r>
            <a:endParaRPr lang="en-GB" noProof="0"/>
          </a:p>
        </p:txBody>
      </p:sp>
      <p:sp>
        <p:nvSpPr>
          <p:cNvPr id="13" name="Text Placeholder 12">
            <a:extLst>
              <a:ext uri="{FF2B5EF4-FFF2-40B4-BE49-F238E27FC236}">
                <a16:creationId xmlns:a16="http://schemas.microsoft.com/office/drawing/2014/main" id="{0C247620-8094-4788-8C24-2157F205A77C}"/>
              </a:ext>
            </a:extLst>
          </p:cNvPr>
          <p:cNvSpPr>
            <a:spLocks noGrp="1"/>
          </p:cNvSpPr>
          <p:nvPr>
            <p:ph type="body" sz="quarter" idx="16"/>
          </p:nvPr>
        </p:nvSpPr>
        <p:spPr>
          <a:xfrm>
            <a:off x="704752" y="3581051"/>
            <a:ext cx="2646000" cy="486000"/>
          </a:xfrm>
          <a:solidFill>
            <a:srgbClr val="243746"/>
          </a:solidFill>
        </p:spPr>
        <p:txBody>
          <a:bodyPr lIns="108000" tIns="72000" rIns="108000" bIns="72000" anchor="ctr"/>
          <a:lstStyle>
            <a:lvl1pPr marL="0" indent="0" algn="ctr">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5" name="Text Placeholder 14">
            <a:extLst>
              <a:ext uri="{FF2B5EF4-FFF2-40B4-BE49-F238E27FC236}">
                <a16:creationId xmlns:a16="http://schemas.microsoft.com/office/drawing/2014/main" id="{E0030F90-F52A-4AC2-B0ED-92D9015CF87A}"/>
              </a:ext>
            </a:extLst>
          </p:cNvPr>
          <p:cNvSpPr>
            <a:spLocks noGrp="1"/>
          </p:cNvSpPr>
          <p:nvPr>
            <p:ph type="body" sz="quarter" idx="17"/>
          </p:nvPr>
        </p:nvSpPr>
        <p:spPr>
          <a:xfrm>
            <a:off x="702528" y="4134027"/>
            <a:ext cx="2646000" cy="2031813"/>
          </a:xfrm>
          <a:solidFill>
            <a:srgbClr val="DFF5FF"/>
          </a:solidFill>
        </p:spPr>
        <p:txBody>
          <a:bodyPr lIns="108000" tIns="180000" rIns="108000" bIns="180000">
            <a:noAutofit/>
          </a:bodyPr>
          <a:lstStyle>
            <a:lvl1pPr marL="48600" indent="0">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6" name="Text Placeholder 12">
            <a:extLst>
              <a:ext uri="{FF2B5EF4-FFF2-40B4-BE49-F238E27FC236}">
                <a16:creationId xmlns:a16="http://schemas.microsoft.com/office/drawing/2014/main" id="{B8B28E43-FC3A-4E3C-B7A4-BFAC3F6291F2}"/>
              </a:ext>
            </a:extLst>
          </p:cNvPr>
          <p:cNvSpPr>
            <a:spLocks noGrp="1"/>
          </p:cNvSpPr>
          <p:nvPr>
            <p:ph type="body" sz="quarter" idx="18"/>
          </p:nvPr>
        </p:nvSpPr>
        <p:spPr>
          <a:xfrm>
            <a:off x="3420060" y="3581051"/>
            <a:ext cx="2646000" cy="486000"/>
          </a:xfrm>
          <a:solidFill>
            <a:srgbClr val="243746"/>
          </a:solidFill>
        </p:spPr>
        <p:txBody>
          <a:bodyPr lIns="108000" tIns="72000" rIns="108000" bIns="72000" anchor="ctr"/>
          <a:lstStyle>
            <a:lvl1pPr marL="0" indent="0" algn="ctr">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7" name="Text Placeholder 14">
            <a:extLst>
              <a:ext uri="{FF2B5EF4-FFF2-40B4-BE49-F238E27FC236}">
                <a16:creationId xmlns:a16="http://schemas.microsoft.com/office/drawing/2014/main" id="{D1324929-B8EB-44EC-8FF5-2C28A9CF9EAA}"/>
              </a:ext>
            </a:extLst>
          </p:cNvPr>
          <p:cNvSpPr>
            <a:spLocks noGrp="1"/>
          </p:cNvSpPr>
          <p:nvPr>
            <p:ph type="body" sz="quarter" idx="19"/>
          </p:nvPr>
        </p:nvSpPr>
        <p:spPr>
          <a:xfrm>
            <a:off x="3417836" y="4134027"/>
            <a:ext cx="2646000" cy="2031813"/>
          </a:xfrm>
          <a:solidFill>
            <a:srgbClr val="DFF5FF"/>
          </a:solidFill>
        </p:spPr>
        <p:txBody>
          <a:bodyPr lIns="108000" tIns="180000" rIns="108000" bIns="180000">
            <a:noAutofit/>
          </a:bodyPr>
          <a:lstStyle>
            <a:lvl1pPr marL="48600" indent="0">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18" name="Text Placeholder 12">
            <a:extLst>
              <a:ext uri="{FF2B5EF4-FFF2-40B4-BE49-F238E27FC236}">
                <a16:creationId xmlns:a16="http://schemas.microsoft.com/office/drawing/2014/main" id="{65952D41-90C0-4970-97E4-DCC2E9111D0B}"/>
              </a:ext>
            </a:extLst>
          </p:cNvPr>
          <p:cNvSpPr>
            <a:spLocks noGrp="1"/>
          </p:cNvSpPr>
          <p:nvPr>
            <p:ph type="body" sz="quarter" idx="20"/>
          </p:nvPr>
        </p:nvSpPr>
        <p:spPr>
          <a:xfrm>
            <a:off x="6135368" y="3581051"/>
            <a:ext cx="2646000" cy="486000"/>
          </a:xfrm>
          <a:solidFill>
            <a:srgbClr val="243746"/>
          </a:solidFill>
        </p:spPr>
        <p:txBody>
          <a:bodyPr lIns="108000" tIns="72000" rIns="108000" bIns="72000" anchor="ctr"/>
          <a:lstStyle>
            <a:lvl1pPr marL="0" indent="0" algn="ctr">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19" name="Text Placeholder 14">
            <a:extLst>
              <a:ext uri="{FF2B5EF4-FFF2-40B4-BE49-F238E27FC236}">
                <a16:creationId xmlns:a16="http://schemas.microsoft.com/office/drawing/2014/main" id="{AE74CFD7-A4E4-43FE-9998-D7E8ADED458B}"/>
              </a:ext>
            </a:extLst>
          </p:cNvPr>
          <p:cNvSpPr>
            <a:spLocks noGrp="1"/>
          </p:cNvSpPr>
          <p:nvPr>
            <p:ph type="body" sz="quarter" idx="21"/>
          </p:nvPr>
        </p:nvSpPr>
        <p:spPr>
          <a:xfrm>
            <a:off x="6133144" y="4134027"/>
            <a:ext cx="2646000" cy="2031813"/>
          </a:xfrm>
          <a:solidFill>
            <a:srgbClr val="DFF5FF"/>
          </a:solidFill>
        </p:spPr>
        <p:txBody>
          <a:bodyPr lIns="108000" tIns="180000" rIns="108000" bIns="180000">
            <a:noAutofit/>
          </a:bodyPr>
          <a:lstStyle>
            <a:lvl1pPr marL="48600" indent="0">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sp>
        <p:nvSpPr>
          <p:cNvPr id="22" name="Slide Number Placeholder 19">
            <a:extLst>
              <a:ext uri="{FF2B5EF4-FFF2-40B4-BE49-F238E27FC236}">
                <a16:creationId xmlns:a16="http://schemas.microsoft.com/office/drawing/2014/main" id="{F1F39B4C-364B-4AFC-B899-8DD61C19D9CE}"/>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14" name="Picture Placeholder 10">
            <a:extLst>
              <a:ext uri="{FF2B5EF4-FFF2-40B4-BE49-F238E27FC236}">
                <a16:creationId xmlns:a16="http://schemas.microsoft.com/office/drawing/2014/main" id="{DD9B2730-1633-40E2-8BC2-F1C840471316}"/>
              </a:ext>
            </a:extLst>
          </p:cNvPr>
          <p:cNvSpPr>
            <a:spLocks noGrp="1"/>
          </p:cNvSpPr>
          <p:nvPr>
            <p:ph type="pic" sz="quarter" idx="22"/>
          </p:nvPr>
        </p:nvSpPr>
        <p:spPr>
          <a:xfrm>
            <a:off x="8850675" y="2014026"/>
            <a:ext cx="2646000" cy="1485554"/>
          </a:xfrm>
        </p:spPr>
        <p:txBody>
          <a:bodyPr/>
          <a:lstStyle>
            <a:lvl1pPr>
              <a:defRPr>
                <a:solidFill>
                  <a:srgbClr val="243746"/>
                </a:solidFill>
              </a:defRPr>
            </a:lvl1pPr>
          </a:lstStyle>
          <a:p>
            <a:r>
              <a:rPr lang="en-US" noProof="0"/>
              <a:t>Click icon to add picture</a:t>
            </a:r>
            <a:endParaRPr lang="en-GB" noProof="0"/>
          </a:p>
        </p:txBody>
      </p:sp>
      <p:sp>
        <p:nvSpPr>
          <p:cNvPr id="20" name="Text Placeholder 12">
            <a:extLst>
              <a:ext uri="{FF2B5EF4-FFF2-40B4-BE49-F238E27FC236}">
                <a16:creationId xmlns:a16="http://schemas.microsoft.com/office/drawing/2014/main" id="{3116D8BC-B55B-42AC-B449-0078EDE9394A}"/>
              </a:ext>
            </a:extLst>
          </p:cNvPr>
          <p:cNvSpPr>
            <a:spLocks noGrp="1"/>
          </p:cNvSpPr>
          <p:nvPr>
            <p:ph type="body" sz="quarter" idx="23"/>
          </p:nvPr>
        </p:nvSpPr>
        <p:spPr>
          <a:xfrm>
            <a:off x="8850675" y="3581051"/>
            <a:ext cx="2646000" cy="486000"/>
          </a:xfrm>
          <a:solidFill>
            <a:srgbClr val="243746"/>
          </a:solidFill>
        </p:spPr>
        <p:txBody>
          <a:bodyPr lIns="108000" tIns="72000" rIns="108000" bIns="72000" anchor="ctr"/>
          <a:lstStyle>
            <a:lvl1pPr marL="0" indent="0" algn="ctr">
              <a:buNone/>
              <a:defRPr sz="1400">
                <a:solidFill>
                  <a:schemeClr val="bg1"/>
                </a:solidFill>
                <a:latin typeface="+mj-lt"/>
                <a:ea typeface="Verdana" panose="020B0604030504040204" pitchFamily="34" charset="0"/>
                <a:cs typeface="Verdana" panose="020B0604030504040204" pitchFamily="34" charset="0"/>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Click to edit Master text styles</a:t>
            </a:r>
          </a:p>
        </p:txBody>
      </p:sp>
      <p:sp>
        <p:nvSpPr>
          <p:cNvPr id="21" name="Text Placeholder 14">
            <a:extLst>
              <a:ext uri="{FF2B5EF4-FFF2-40B4-BE49-F238E27FC236}">
                <a16:creationId xmlns:a16="http://schemas.microsoft.com/office/drawing/2014/main" id="{5222868D-42E6-4FED-B90F-0A7F1DC09DD9}"/>
              </a:ext>
            </a:extLst>
          </p:cNvPr>
          <p:cNvSpPr>
            <a:spLocks noGrp="1"/>
          </p:cNvSpPr>
          <p:nvPr>
            <p:ph type="body" sz="quarter" idx="24"/>
          </p:nvPr>
        </p:nvSpPr>
        <p:spPr>
          <a:xfrm>
            <a:off x="8848451" y="4134027"/>
            <a:ext cx="2646000" cy="2031813"/>
          </a:xfrm>
          <a:solidFill>
            <a:srgbClr val="DFF5FF"/>
          </a:solidFill>
        </p:spPr>
        <p:txBody>
          <a:bodyPr lIns="108000" tIns="180000" rIns="108000" bIns="180000">
            <a:noAutofit/>
          </a:bodyPr>
          <a:lstStyle>
            <a:lvl1pPr marL="48600" indent="0">
              <a:buFontTx/>
              <a:buNone/>
              <a:defRPr sz="1200">
                <a:solidFill>
                  <a:srgbClr val="243746"/>
                </a:solidFill>
              </a:defRPr>
            </a:lvl1pPr>
            <a:lvl2pPr marL="505800" indent="0">
              <a:buFontTx/>
              <a:buNone/>
              <a:defRPr/>
            </a:lvl2pPr>
            <a:lvl3pPr marL="963000" indent="0">
              <a:buFontTx/>
              <a:buNone/>
              <a:defRPr/>
            </a:lvl3pPr>
            <a:lvl4pPr marL="1420200" indent="0">
              <a:buFontTx/>
              <a:buNone/>
              <a:defRPr/>
            </a:lvl4pPr>
            <a:lvl5pPr marL="1877400" indent="0">
              <a:buFontTx/>
              <a:buNone/>
              <a:defRPr/>
            </a:lvl5pPr>
          </a:lstStyle>
          <a:p>
            <a:pPr lvl="0"/>
            <a:r>
              <a:rPr lang="en-US" noProof="0"/>
              <a:t>Click to edit Master text styles</a:t>
            </a:r>
          </a:p>
        </p:txBody>
      </p:sp>
      <p:cxnSp>
        <p:nvCxnSpPr>
          <p:cNvPr id="24" name="Straight Connector 23">
            <a:extLst>
              <a:ext uri="{FF2B5EF4-FFF2-40B4-BE49-F238E27FC236}">
                <a16:creationId xmlns:a16="http://schemas.microsoft.com/office/drawing/2014/main" id="{5B43F209-D9B1-4C1D-BEEB-45BEA693935C}"/>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729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ored left column-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3395663" cy="6858000"/>
          </a:xfrm>
          <a:prstGeom prst="rect">
            <a:avLst/>
          </a:prstGeom>
          <a:solidFill>
            <a:srgbClr val="D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413262"/>
            <a:ext cx="2700338" cy="3752586"/>
          </a:xfrm>
        </p:spPr>
        <p:txBody>
          <a:bodyPr rIns="21600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828576"/>
            <a:ext cx="2700338" cy="1264173"/>
          </a:xfrm>
        </p:spPr>
        <p:txBody>
          <a:bodyPr rIns="216000" bIns="180000" anchor="t"/>
          <a:lstStyle>
            <a:lvl1pPr>
              <a:defRPr>
                <a:solidFill>
                  <a:srgbClr val="243746"/>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090987" y="819150"/>
            <a:ext cx="7405688" cy="5346700"/>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10" name="Straight Connector 9">
            <a:extLst>
              <a:ext uri="{FF2B5EF4-FFF2-40B4-BE49-F238E27FC236}">
                <a16:creationId xmlns:a16="http://schemas.microsoft.com/office/drawing/2014/main" id="{1DD5A502-4272-4E22-9389-C48A9C4367CC}"/>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392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lored left column-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0" y="0"/>
            <a:ext cx="4295775" cy="6858000"/>
          </a:xfrm>
          <a:prstGeom prst="rect">
            <a:avLst/>
          </a:prstGeom>
          <a:solidFill>
            <a:srgbClr val="DFF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413262"/>
            <a:ext cx="3600451" cy="3752586"/>
          </a:xfrm>
        </p:spPr>
        <p:txBody>
          <a:bodyPr rIns="216000"/>
          <a:lstStyle>
            <a:lvl1pPr marL="0" indent="0">
              <a:buNone/>
              <a:defRPr sz="1600">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4" y="828576"/>
            <a:ext cx="3600451" cy="1264173"/>
          </a:xfrm>
        </p:spPr>
        <p:txBody>
          <a:bodyPr rIns="216000" bIns="180000" anchor="t"/>
          <a:lstStyle>
            <a:lvl1pPr>
              <a:defRPr>
                <a:solidFill>
                  <a:srgbClr val="243746"/>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991099" y="819150"/>
            <a:ext cx="6505575" cy="5346700"/>
          </a:xfrm>
          <a:prstGeom prst="rect">
            <a:avLst/>
          </a:prstGeom>
        </p:spPr>
        <p:txBody>
          <a:bodyPr lIns="180000" tIns="0" rIns="0" bIns="0"/>
          <a:lstStyle>
            <a:lvl1pPr>
              <a:defRPr sz="1400">
                <a:solidFill>
                  <a:srgbClr val="243746"/>
                </a:solidFill>
              </a:defRPr>
            </a:lvl1pPr>
            <a:lvl2pPr>
              <a:defRPr sz="1400">
                <a:solidFill>
                  <a:srgbClr val="243746"/>
                </a:solidFill>
              </a:defRPr>
            </a:lvl2pPr>
            <a:lvl3pPr>
              <a:defRPr sz="1400">
                <a:solidFill>
                  <a:srgbClr val="243746"/>
                </a:solidFill>
              </a:defRPr>
            </a:lvl3pPr>
            <a:lvl4pPr>
              <a:defRPr sz="1400">
                <a:solidFill>
                  <a:srgbClr val="243746"/>
                </a:solidFill>
              </a:defRPr>
            </a:lvl4pPr>
            <a:lvl5pPr>
              <a:defRPr sz="1400">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10" name="Straight Connector 9">
            <a:extLst>
              <a:ext uri="{FF2B5EF4-FFF2-40B4-BE49-F238E27FC236}">
                <a16:creationId xmlns:a16="http://schemas.microsoft.com/office/drawing/2014/main" id="{49358CCD-89E7-4827-909B-DB170742C6F2}"/>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2177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ored right column">
    <p:bg>
      <p:bgPr>
        <a:solidFill>
          <a:srgbClr val="DFF5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978536-1525-4E05-977D-0FC7BD75B96F}"/>
              </a:ext>
            </a:extLst>
          </p:cNvPr>
          <p:cNvSpPr/>
          <p:nvPr userDrawn="1"/>
        </p:nvSpPr>
        <p:spPr>
          <a:xfrm>
            <a:off x="-1" y="0"/>
            <a:ext cx="339566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19">
            <a:extLst>
              <a:ext uri="{FF2B5EF4-FFF2-40B4-BE49-F238E27FC236}">
                <a16:creationId xmlns:a16="http://schemas.microsoft.com/office/drawing/2014/main" id="{D7126C13-CE7D-485F-BA74-1C8043D8A3D5}"/>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sp>
        <p:nvSpPr>
          <p:cNvPr id="8" name="Plassholder for tekst 7">
            <a:extLst>
              <a:ext uri="{FF2B5EF4-FFF2-40B4-BE49-F238E27FC236}">
                <a16:creationId xmlns:a16="http://schemas.microsoft.com/office/drawing/2014/main" id="{1F975F6F-F276-4F4B-AE2F-8E303044452A}"/>
              </a:ext>
            </a:extLst>
          </p:cNvPr>
          <p:cNvSpPr>
            <a:spLocks noGrp="1"/>
          </p:cNvSpPr>
          <p:nvPr>
            <p:ph type="body" sz="quarter" idx="14" hasCustomPrompt="1"/>
          </p:nvPr>
        </p:nvSpPr>
        <p:spPr>
          <a:xfrm>
            <a:off x="695324" y="2413262"/>
            <a:ext cx="2700338" cy="3752586"/>
          </a:xfrm>
        </p:spPr>
        <p:txBody>
          <a:bodyPr rIns="216000"/>
          <a:lstStyle>
            <a:lvl1pPr marL="0" indent="0">
              <a:buNone/>
              <a:defRPr>
                <a:solidFill>
                  <a:srgbClr val="243746"/>
                </a:solidFill>
              </a:defRPr>
            </a:lvl1pPr>
            <a:lvl2pPr marL="505800" indent="0">
              <a:buNone/>
              <a:defRPr/>
            </a:lvl2pPr>
            <a:lvl3pPr marL="963000" indent="0">
              <a:buNone/>
              <a:defRPr/>
            </a:lvl3pPr>
            <a:lvl4pPr marL="1420200" indent="0">
              <a:buNone/>
              <a:defRPr/>
            </a:lvl4pPr>
            <a:lvl5pPr marL="1877400" indent="0">
              <a:buNone/>
              <a:defRPr/>
            </a:lvl5pPr>
          </a:lstStyle>
          <a:p>
            <a:pPr lvl="0"/>
            <a:r>
              <a:rPr lang="en-US" noProof="0"/>
              <a:t>Edit Master text styles</a:t>
            </a:r>
          </a:p>
        </p:txBody>
      </p:sp>
      <p:sp>
        <p:nvSpPr>
          <p:cNvPr id="3" name="Title 2">
            <a:extLst>
              <a:ext uri="{FF2B5EF4-FFF2-40B4-BE49-F238E27FC236}">
                <a16:creationId xmlns:a16="http://schemas.microsoft.com/office/drawing/2014/main" id="{8D4F1FA1-F8C4-4A70-8714-30D127834C57}"/>
              </a:ext>
            </a:extLst>
          </p:cNvPr>
          <p:cNvSpPr>
            <a:spLocks noGrp="1"/>
          </p:cNvSpPr>
          <p:nvPr>
            <p:ph type="title"/>
          </p:nvPr>
        </p:nvSpPr>
        <p:spPr>
          <a:xfrm>
            <a:off x="695325" y="828576"/>
            <a:ext cx="2700338" cy="1264173"/>
          </a:xfrm>
        </p:spPr>
        <p:txBody>
          <a:bodyPr rIns="216000" bIns="180000" anchor="t"/>
          <a:lstStyle>
            <a:lvl1pPr>
              <a:defRPr>
                <a:solidFill>
                  <a:srgbClr val="243746"/>
                </a:solidFill>
              </a:defRPr>
            </a:lvl1pPr>
          </a:lstStyle>
          <a:p>
            <a:r>
              <a:rPr lang="en-US" noProof="0"/>
              <a:t>Click to edit Master title style</a:t>
            </a:r>
            <a:endParaRPr lang="en-GB" noProof="0"/>
          </a:p>
        </p:txBody>
      </p:sp>
      <p:sp>
        <p:nvSpPr>
          <p:cNvPr id="4" name="Content Placeholder 3">
            <a:extLst>
              <a:ext uri="{FF2B5EF4-FFF2-40B4-BE49-F238E27FC236}">
                <a16:creationId xmlns:a16="http://schemas.microsoft.com/office/drawing/2014/main" id="{57409FDF-4C81-4BCA-ADC5-7AE23DDC7CC5}"/>
              </a:ext>
            </a:extLst>
          </p:cNvPr>
          <p:cNvSpPr>
            <a:spLocks noGrp="1"/>
          </p:cNvSpPr>
          <p:nvPr>
            <p:ph sz="quarter" idx="15"/>
          </p:nvPr>
        </p:nvSpPr>
        <p:spPr>
          <a:xfrm>
            <a:off x="4090987" y="819150"/>
            <a:ext cx="7405688" cy="5346700"/>
          </a:xfrm>
          <a:prstGeom prst="rect">
            <a:avLst/>
          </a:prstGeom>
        </p:spPr>
        <p:txBody>
          <a:bodyPr lIns="180000" tIns="0" rIns="0" bIns="0"/>
          <a:lstStyle>
            <a:lvl1pPr>
              <a:defRPr>
                <a:solidFill>
                  <a:srgbClr val="243746"/>
                </a:solidFill>
              </a:defRPr>
            </a:lvl1pPr>
            <a:lvl2pPr>
              <a:defRPr>
                <a:solidFill>
                  <a:srgbClr val="243746"/>
                </a:solidFill>
              </a:defRPr>
            </a:lvl2pPr>
            <a:lvl3pPr>
              <a:defRPr>
                <a:solidFill>
                  <a:srgbClr val="243746"/>
                </a:solidFill>
              </a:defRPr>
            </a:lvl3pPr>
            <a:lvl4pPr>
              <a:defRPr>
                <a:solidFill>
                  <a:srgbClr val="243746"/>
                </a:solidFill>
              </a:defRPr>
            </a:lvl4pPr>
            <a:lvl5pPr>
              <a:defRPr>
                <a:solidFill>
                  <a:srgbClr val="243746"/>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10" name="Graphic 9">
            <a:extLst>
              <a:ext uri="{FF2B5EF4-FFF2-40B4-BE49-F238E27FC236}">
                <a16:creationId xmlns:a16="http://schemas.microsoft.com/office/drawing/2014/main" id="{74A353F3-1233-4B1E-8AA8-841E825EC4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30219" y="175144"/>
            <a:ext cx="1078648" cy="427693"/>
          </a:xfrm>
          <a:prstGeom prst="rect">
            <a:avLst/>
          </a:prstGeom>
        </p:spPr>
      </p:pic>
      <p:cxnSp>
        <p:nvCxnSpPr>
          <p:cNvPr id="11" name="Straight Connector 10">
            <a:extLst>
              <a:ext uri="{FF2B5EF4-FFF2-40B4-BE49-F238E27FC236}">
                <a16:creationId xmlns:a16="http://schemas.microsoft.com/office/drawing/2014/main" id="{63150CF0-D237-49B5-A659-C72EB2C01CA2}"/>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30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Colored top row">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EFD93E6-D8FD-41B3-ADA5-A3DE5E502876}"/>
              </a:ext>
            </a:extLst>
          </p:cNvPr>
          <p:cNvSpPr>
            <a:spLocks noGrp="1"/>
          </p:cNvSpPr>
          <p:nvPr>
            <p:ph type="pic" idx="1"/>
          </p:nvPr>
        </p:nvSpPr>
        <p:spPr>
          <a:xfrm>
            <a:off x="0" y="0"/>
            <a:ext cx="12192000" cy="3787807"/>
          </a:xfrm>
          <a:solidFill>
            <a:srgbClr val="DFF5FF"/>
          </a:solidFill>
        </p:spPr>
        <p:txBody>
          <a:bodyPr anchor="ctr">
            <a:normAutofit/>
          </a:bodyPr>
          <a:lstStyle>
            <a:lvl1pPr marL="0" indent="0" algn="ctr">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a:p>
        </p:txBody>
      </p:sp>
      <p:sp>
        <p:nvSpPr>
          <p:cNvPr id="2" name="Title 1">
            <a:extLst>
              <a:ext uri="{FF2B5EF4-FFF2-40B4-BE49-F238E27FC236}">
                <a16:creationId xmlns:a16="http://schemas.microsoft.com/office/drawing/2014/main" id="{A398326F-7ADC-4CFA-A21A-595F3F82C21D}"/>
              </a:ext>
            </a:extLst>
          </p:cNvPr>
          <p:cNvSpPr>
            <a:spLocks noGrp="1"/>
          </p:cNvSpPr>
          <p:nvPr>
            <p:ph type="title"/>
          </p:nvPr>
        </p:nvSpPr>
        <p:spPr>
          <a:xfrm>
            <a:off x="695325" y="3912125"/>
            <a:ext cx="2858580" cy="2253726"/>
          </a:xfrm>
        </p:spPr>
        <p:txBody>
          <a:bodyPr tIns="180000" rIns="0" anchor="t"/>
          <a:lstStyle>
            <a:lvl1pPr>
              <a:lnSpc>
                <a:spcPct val="100000"/>
              </a:lnSpc>
              <a:defRPr sz="2400">
                <a:solidFill>
                  <a:srgbClr val="243746"/>
                </a:solidFill>
              </a:defRPr>
            </a:lvl1pPr>
          </a:lstStyle>
          <a:p>
            <a:r>
              <a:rPr lang="en-US" noProof="0"/>
              <a:t>Click to edit Master title style</a:t>
            </a:r>
            <a:endParaRPr lang="en-GB" noProof="0"/>
          </a:p>
        </p:txBody>
      </p:sp>
      <p:sp>
        <p:nvSpPr>
          <p:cNvPr id="4" name="Text Placeholder 3">
            <a:extLst>
              <a:ext uri="{FF2B5EF4-FFF2-40B4-BE49-F238E27FC236}">
                <a16:creationId xmlns:a16="http://schemas.microsoft.com/office/drawing/2014/main" id="{946593F6-5C04-42C5-853B-0828D06EBDC8}"/>
              </a:ext>
            </a:extLst>
          </p:cNvPr>
          <p:cNvSpPr>
            <a:spLocks noGrp="1"/>
          </p:cNvSpPr>
          <p:nvPr>
            <p:ph type="body" sz="half" idx="2" hasCustomPrompt="1"/>
          </p:nvPr>
        </p:nvSpPr>
        <p:spPr>
          <a:xfrm>
            <a:off x="4295775" y="3902697"/>
            <a:ext cx="7200900" cy="2263153"/>
          </a:xfrm>
        </p:spPr>
        <p:txBody>
          <a:bodyPr lIns="0" tIns="288000" rIns="0"/>
          <a:lstStyle>
            <a:lvl1pPr marL="0" indent="0">
              <a:buNone/>
              <a:defRPr sz="1600">
                <a:solidFill>
                  <a:srgbClr val="24374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Slide Number Placeholder 19">
            <a:extLst>
              <a:ext uri="{FF2B5EF4-FFF2-40B4-BE49-F238E27FC236}">
                <a16:creationId xmlns:a16="http://schemas.microsoft.com/office/drawing/2014/main" id="{05DF783A-B52F-42AD-A2BE-6C3FD3EF3FA6}"/>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7" name="Straight Connector 6">
            <a:extLst>
              <a:ext uri="{FF2B5EF4-FFF2-40B4-BE49-F238E27FC236}">
                <a16:creationId xmlns:a16="http://schemas.microsoft.com/office/drawing/2014/main" id="{5DB742E2-033B-481C-8301-4B9B3ABC0779}"/>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1499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CCCFB-02E9-4461-933C-7C1EAD815E76}"/>
              </a:ext>
            </a:extLst>
          </p:cNvPr>
          <p:cNvSpPr>
            <a:spLocks noGrp="1"/>
          </p:cNvSpPr>
          <p:nvPr>
            <p:ph type="title"/>
          </p:nvPr>
        </p:nvSpPr>
        <p:spPr>
          <a:xfrm>
            <a:off x="695325" y="811228"/>
            <a:ext cx="10801350" cy="601648"/>
          </a:xfrm>
        </p:spPr>
        <p:txBody>
          <a:bodyPr anchor="t"/>
          <a:lstStyle>
            <a:lvl1pPr>
              <a:defRPr>
                <a:solidFill>
                  <a:srgbClr val="243746"/>
                </a:solidFill>
              </a:defRPr>
            </a:lvl1pPr>
          </a:lstStyle>
          <a:p>
            <a:r>
              <a:rPr lang="en-US" noProof="0"/>
              <a:t>Click to edit Master title style</a:t>
            </a:r>
            <a:endParaRPr lang="en-GB" noProof="0"/>
          </a:p>
        </p:txBody>
      </p:sp>
      <p:sp>
        <p:nvSpPr>
          <p:cNvPr id="7" name="Slide Number Placeholder 19">
            <a:extLst>
              <a:ext uri="{FF2B5EF4-FFF2-40B4-BE49-F238E27FC236}">
                <a16:creationId xmlns:a16="http://schemas.microsoft.com/office/drawing/2014/main" id="{F5CB2508-A946-42A2-A6CA-3E88C1AEB0A4}"/>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5" name="Straight Connector 4">
            <a:extLst>
              <a:ext uri="{FF2B5EF4-FFF2-40B4-BE49-F238E27FC236}">
                <a16:creationId xmlns:a16="http://schemas.microsoft.com/office/drawing/2014/main" id="{2A5E7FB3-59C8-493D-9C0D-12767F4C1450}"/>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568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c">
    <p:spTree>
      <p:nvGrpSpPr>
        <p:cNvPr id="1" name=""/>
        <p:cNvGrpSpPr/>
        <p:nvPr/>
      </p:nvGrpSpPr>
      <p:grpSpPr>
        <a:xfrm>
          <a:off x="0" y="0"/>
          <a:ext cx="0" cy="0"/>
          <a:chOff x="0" y="0"/>
          <a:chExt cx="0" cy="0"/>
        </a:xfrm>
      </p:grpSpPr>
      <p:sp>
        <p:nvSpPr>
          <p:cNvPr id="6" name="Slide Number Placeholder 19">
            <a:extLst>
              <a:ext uri="{FF2B5EF4-FFF2-40B4-BE49-F238E27FC236}">
                <a16:creationId xmlns:a16="http://schemas.microsoft.com/office/drawing/2014/main" id="{D40944BA-5CC2-47BA-863C-43A8F243D9C1}"/>
              </a:ext>
            </a:extLst>
          </p:cNvPr>
          <p:cNvSpPr>
            <a:spLocks noGrp="1"/>
          </p:cNvSpPr>
          <p:nvPr>
            <p:ph type="sldNum" sz="quarter" idx="12"/>
          </p:nvPr>
        </p:nvSpPr>
        <p:spPr>
          <a:xfrm>
            <a:off x="695324" y="6596187"/>
            <a:ext cx="245260" cy="217625"/>
          </a:xfrm>
          <a:prstGeom prst="rect">
            <a:avLst/>
          </a:prstGeom>
        </p:spPr>
        <p:txBody>
          <a:bodyPr/>
          <a:lstStyle/>
          <a:p>
            <a:fld id="{5D1E5300-FC0F-4317-A193-EF6CE9E6F7B5}" type="slidenum">
              <a:rPr lang="en-GB" smtClean="0"/>
              <a:pPr/>
              <a:t>‹#›</a:t>
            </a:fld>
            <a:r>
              <a:rPr lang="en-GB"/>
              <a:t>  |  </a:t>
            </a:r>
            <a:endParaRPr lang="en-GB" noProof="0"/>
          </a:p>
        </p:txBody>
      </p:sp>
      <p:cxnSp>
        <p:nvCxnSpPr>
          <p:cNvPr id="4" name="Straight Connector 3">
            <a:extLst>
              <a:ext uri="{FF2B5EF4-FFF2-40B4-BE49-F238E27FC236}">
                <a16:creationId xmlns:a16="http://schemas.microsoft.com/office/drawing/2014/main" id="{4773E22F-5139-4E5C-BC7D-709F34D35089}"/>
              </a:ext>
            </a:extLst>
          </p:cNvPr>
          <p:cNvCxnSpPr>
            <a:cxnSpLocks/>
          </p:cNvCxnSpPr>
          <p:nvPr userDrawn="1"/>
        </p:nvCxnSpPr>
        <p:spPr>
          <a:xfrm>
            <a:off x="695325" y="6516000"/>
            <a:ext cx="10810875" cy="0"/>
          </a:xfrm>
          <a:prstGeom prst="line">
            <a:avLst/>
          </a:prstGeom>
          <a:ln w="3175">
            <a:solidFill>
              <a:srgbClr val="7C8F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761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latin typeface="+mj-lt"/>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11186EE5-AECD-4CEC-A023-9347A1BFD171}"/>
              </a:ext>
            </a:extLst>
          </p:cNvPr>
          <p:cNvSpPr>
            <a:spLocks noGrp="1"/>
          </p:cNvSpPr>
          <p:nvPr userDrawn="1">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3" name="Graphic 42">
            <a:extLst>
              <a:ext uri="{FF2B5EF4-FFF2-40B4-BE49-F238E27FC236}">
                <a16:creationId xmlns:a16="http://schemas.microsoft.com/office/drawing/2014/main" id="{CE96131C-B81B-4A9C-A64B-413F047F15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82061" y="512596"/>
            <a:ext cx="1316395" cy="1080000"/>
          </a:xfrm>
          <a:prstGeom prst="rect">
            <a:avLst/>
          </a:prstGeom>
        </p:spPr>
      </p:pic>
      <p:graphicFrame>
        <p:nvGraphicFramePr>
          <p:cNvPr id="44" name="Table 17">
            <a:extLst>
              <a:ext uri="{FF2B5EF4-FFF2-40B4-BE49-F238E27FC236}">
                <a16:creationId xmlns:a16="http://schemas.microsoft.com/office/drawing/2014/main" id="{081712E7-49E5-4927-88C5-A629CBED4624}"/>
              </a:ext>
            </a:extLst>
          </p:cNvPr>
          <p:cNvGraphicFramePr>
            <a:graphicFrameLocks noGrp="1"/>
          </p:cNvGraphicFramePr>
          <p:nvPr userDrawn="1">
            <p:extLst>
              <p:ext uri="{D42A27DB-BD31-4B8C-83A1-F6EECF244321}">
                <p14:modId xmlns:p14="http://schemas.microsoft.com/office/powerpoint/2010/main" val="1808111648"/>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126463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blu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D8E30F04-5BFA-4CD7-919B-F181C8844131}"/>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63" name="Graphic 62">
            <a:extLst>
              <a:ext uri="{FF2B5EF4-FFF2-40B4-BE49-F238E27FC236}">
                <a16:creationId xmlns:a16="http://schemas.microsoft.com/office/drawing/2014/main" id="{ED8EA7F7-CE42-4F58-86E0-FBC701DFD25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82061" y="512596"/>
            <a:ext cx="1316395" cy="1080000"/>
          </a:xfrm>
          <a:prstGeom prst="rect">
            <a:avLst/>
          </a:prstGeom>
        </p:spPr>
      </p:pic>
      <p:graphicFrame>
        <p:nvGraphicFramePr>
          <p:cNvPr id="62" name="Table 17">
            <a:extLst>
              <a:ext uri="{FF2B5EF4-FFF2-40B4-BE49-F238E27FC236}">
                <a16:creationId xmlns:a16="http://schemas.microsoft.com/office/drawing/2014/main" id="{14BF827C-2382-4C32-80BA-940873E234CE}"/>
              </a:ext>
            </a:extLst>
          </p:cNvPr>
          <p:cNvGraphicFramePr>
            <a:graphicFrameLocks noGrp="1"/>
          </p:cNvGraphicFramePr>
          <p:nvPr userDrawn="1">
            <p:extLst>
              <p:ext uri="{D42A27DB-BD31-4B8C-83A1-F6EECF244321}">
                <p14:modId xmlns:p14="http://schemas.microsoft.com/office/powerpoint/2010/main" val="56202036"/>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FF5FF"/>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872556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green">
    <p:bg>
      <p:bgPr>
        <a:solidFill>
          <a:srgbClr val="E6FAE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5" name="Graphic 44">
            <a:extLst>
              <a:ext uri="{FF2B5EF4-FFF2-40B4-BE49-F238E27FC236}">
                <a16:creationId xmlns:a16="http://schemas.microsoft.com/office/drawing/2014/main" id="{14E55712-88FE-4C2E-B4BA-6EEEFCB716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82061" y="512596"/>
            <a:ext cx="1316395" cy="1080000"/>
          </a:xfrm>
          <a:prstGeom prst="rect">
            <a:avLst/>
          </a:prstGeom>
        </p:spPr>
      </p:pic>
      <p:graphicFrame>
        <p:nvGraphicFramePr>
          <p:cNvPr id="43" name="Table 17">
            <a:extLst>
              <a:ext uri="{FF2B5EF4-FFF2-40B4-BE49-F238E27FC236}">
                <a16:creationId xmlns:a16="http://schemas.microsoft.com/office/drawing/2014/main" id="{0AADEAF4-61F4-4ED9-94FB-F38E66E3C74C}"/>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265976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lide-wood">
    <p:bg>
      <p:bgPr>
        <a:solidFill>
          <a:srgbClr val="FFE7D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CA2289D4-5003-4DB9-BA05-97706D7704EC}"/>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5" name="Graphic 44">
            <a:extLst>
              <a:ext uri="{FF2B5EF4-FFF2-40B4-BE49-F238E27FC236}">
                <a16:creationId xmlns:a16="http://schemas.microsoft.com/office/drawing/2014/main" id="{14E55712-88FE-4C2E-B4BA-6EEEFCB716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82061" y="512596"/>
            <a:ext cx="1316395" cy="1080000"/>
          </a:xfrm>
          <a:prstGeom prst="rect">
            <a:avLst/>
          </a:prstGeom>
        </p:spPr>
      </p:pic>
      <p:graphicFrame>
        <p:nvGraphicFramePr>
          <p:cNvPr id="43" name="Table 17">
            <a:extLst>
              <a:ext uri="{FF2B5EF4-FFF2-40B4-BE49-F238E27FC236}">
                <a16:creationId xmlns:a16="http://schemas.microsoft.com/office/drawing/2014/main" id="{34FFBDAD-EBA9-4934-B0BE-55B6892BDFE3}"/>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2585820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slate">
    <p:bg>
      <p:bgPr>
        <a:solidFill>
          <a:srgbClr val="24374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64164" cy="3520600"/>
          </a:xfrm>
          <a:noFill/>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a:p>
        </p:txBody>
      </p:sp>
      <p:sp>
        <p:nvSpPr>
          <p:cNvPr id="33" name="Undertittel 2">
            <a:extLst>
              <a:ext uri="{FF2B5EF4-FFF2-40B4-BE49-F238E27FC236}">
                <a16:creationId xmlns:a16="http://schemas.microsoft.com/office/drawing/2014/main" id="{F5136A9E-1D77-433D-9BC7-E4443525AFD7}"/>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5" name="Graphic 44">
            <a:extLst>
              <a:ext uri="{FF2B5EF4-FFF2-40B4-BE49-F238E27FC236}">
                <a16:creationId xmlns:a16="http://schemas.microsoft.com/office/drawing/2014/main" id="{F6E765D1-7CCC-47DB-8355-6A6FD380CE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82061" y="512596"/>
            <a:ext cx="1316395" cy="1080000"/>
          </a:xfrm>
          <a:prstGeom prst="rect">
            <a:avLst/>
          </a:prstGeom>
        </p:spPr>
      </p:pic>
      <p:graphicFrame>
        <p:nvGraphicFramePr>
          <p:cNvPr id="43" name="Table 17">
            <a:extLst>
              <a:ext uri="{FF2B5EF4-FFF2-40B4-BE49-F238E27FC236}">
                <a16:creationId xmlns:a16="http://schemas.microsoft.com/office/drawing/2014/main" id="{5795FEB2-A6E1-46A4-87A1-E595F61F75B1}"/>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37339774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 Dark image">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12621"/>
          </a:xfrm>
        </p:spPr>
        <p:txBody>
          <a:bodyPr tIns="0" bIns="0" anchor="b"/>
          <a:lstStyle>
            <a:lvl1pPr algn="l">
              <a:lnSpc>
                <a:spcPct val="100000"/>
              </a:lnSpc>
              <a:defRPr sz="3200">
                <a:solidFill>
                  <a:schemeClr val="bg1"/>
                </a:solidFill>
              </a:defRPr>
            </a:lvl1pPr>
          </a:lstStyle>
          <a:p>
            <a:r>
              <a:rPr lang="en-US" noProof="0"/>
              <a:t>Click to edit Master title style</a:t>
            </a:r>
            <a:endParaRPr lang="en-GB" noProof="0"/>
          </a:p>
        </p:txBody>
      </p:sp>
      <p:sp>
        <p:nvSpPr>
          <p:cNvPr id="4" name="imageSlide" hidden="1">
            <a:extLst>
              <a:ext uri="{FF2B5EF4-FFF2-40B4-BE49-F238E27FC236}">
                <a16:creationId xmlns:a16="http://schemas.microsoft.com/office/drawing/2014/main" id="{223DF67C-B2C0-4D3F-B59F-8AB119B6729D}"/>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Undertittel 2">
            <a:extLst>
              <a:ext uri="{FF2B5EF4-FFF2-40B4-BE49-F238E27FC236}">
                <a16:creationId xmlns:a16="http://schemas.microsoft.com/office/drawing/2014/main" id="{4C73CA65-0E28-4A2B-9830-7E41A5ABE94B}"/>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6" name="Graphic 45">
            <a:extLst>
              <a:ext uri="{FF2B5EF4-FFF2-40B4-BE49-F238E27FC236}">
                <a16:creationId xmlns:a16="http://schemas.microsoft.com/office/drawing/2014/main" id="{C7A0A1BD-DBA1-4EE2-8209-D24909FF729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82061" y="512596"/>
            <a:ext cx="1316395" cy="1080000"/>
          </a:xfrm>
          <a:prstGeom prst="rect">
            <a:avLst/>
          </a:prstGeom>
        </p:spPr>
      </p:pic>
      <p:graphicFrame>
        <p:nvGraphicFramePr>
          <p:cNvPr id="44" name="Table 17">
            <a:extLst>
              <a:ext uri="{FF2B5EF4-FFF2-40B4-BE49-F238E27FC236}">
                <a16:creationId xmlns:a16="http://schemas.microsoft.com/office/drawing/2014/main" id="{F4E15BC6-9E3C-4D7C-95C3-FC5C3D554439}"/>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3819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 Light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6629-5690-4594-84E2-75C8A861DA9F}"/>
              </a:ext>
            </a:extLst>
          </p:cNvPr>
          <p:cNvSpPr>
            <a:spLocks noGrp="1"/>
          </p:cNvSpPr>
          <p:nvPr>
            <p:ph type="ctrTitle"/>
          </p:nvPr>
        </p:nvSpPr>
        <p:spPr>
          <a:xfrm>
            <a:off x="695325" y="800100"/>
            <a:ext cx="5333539" cy="3520600"/>
          </a:xfrm>
        </p:spPr>
        <p:txBody>
          <a:bodyPr tIns="0" bIns="0" anchor="b"/>
          <a:lstStyle>
            <a:lvl1pPr algn="l">
              <a:lnSpc>
                <a:spcPct val="100000"/>
              </a:lnSpc>
              <a:defRPr sz="3200">
                <a:solidFill>
                  <a:srgbClr val="FF1243"/>
                </a:solidFill>
              </a:defRPr>
            </a:lvl1pPr>
          </a:lstStyle>
          <a:p>
            <a:r>
              <a:rPr lang="en-US" noProof="0"/>
              <a:t>Click to edit Master title style</a:t>
            </a:r>
            <a:endParaRPr lang="en-GB" noProof="0"/>
          </a:p>
        </p:txBody>
      </p:sp>
      <p:sp>
        <p:nvSpPr>
          <p:cNvPr id="7" name="imageSlide" hidden="1">
            <a:extLst>
              <a:ext uri="{FF2B5EF4-FFF2-40B4-BE49-F238E27FC236}">
                <a16:creationId xmlns:a16="http://schemas.microsoft.com/office/drawing/2014/main" id="{03A0DBB0-FFD4-4EE1-8049-02A1360D68B5}"/>
              </a:ext>
            </a:extLst>
          </p:cNvPr>
          <p:cNvSpPr/>
          <p:nvPr userDrawn="1"/>
        </p:nvSpPr>
        <p:spPr>
          <a:xfrm>
            <a:off x="995680" y="180796"/>
            <a:ext cx="782320" cy="42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Undertittel 2">
            <a:extLst>
              <a:ext uri="{FF2B5EF4-FFF2-40B4-BE49-F238E27FC236}">
                <a16:creationId xmlns:a16="http://schemas.microsoft.com/office/drawing/2014/main" id="{283EC197-AC2F-4210-BB53-22D8D21BC123}"/>
              </a:ext>
            </a:extLst>
          </p:cNvPr>
          <p:cNvSpPr>
            <a:spLocks noGrp="1"/>
          </p:cNvSpPr>
          <p:nvPr>
            <p:ph type="subTitle" idx="1"/>
          </p:nvPr>
        </p:nvSpPr>
        <p:spPr>
          <a:xfrm>
            <a:off x="694800" y="4399200"/>
            <a:ext cx="5335200" cy="1296000"/>
          </a:xfrm>
        </p:spPr>
        <p:txBody>
          <a:bodyPr/>
          <a:lstStyle>
            <a:lvl1pPr marL="0" indent="0" algn="l">
              <a:spcBef>
                <a:spcPts val="0"/>
              </a:spcBef>
              <a:spcAft>
                <a:spcPts val="0"/>
              </a:spcAft>
              <a:buNone/>
              <a:defRPr sz="1800" spc="0" baseline="0">
                <a:solidFill>
                  <a:srgbClr val="24374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pic>
        <p:nvPicPr>
          <p:cNvPr id="46" name="Graphic 45">
            <a:extLst>
              <a:ext uri="{FF2B5EF4-FFF2-40B4-BE49-F238E27FC236}">
                <a16:creationId xmlns:a16="http://schemas.microsoft.com/office/drawing/2014/main" id="{007BC185-FB8B-4E9A-BF3E-3D8A1F9BCF7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82061" y="512596"/>
            <a:ext cx="1316395" cy="1080000"/>
          </a:xfrm>
          <a:prstGeom prst="rect">
            <a:avLst/>
          </a:prstGeom>
        </p:spPr>
      </p:pic>
      <p:graphicFrame>
        <p:nvGraphicFramePr>
          <p:cNvPr id="44" name="Table 17">
            <a:extLst>
              <a:ext uri="{FF2B5EF4-FFF2-40B4-BE49-F238E27FC236}">
                <a16:creationId xmlns:a16="http://schemas.microsoft.com/office/drawing/2014/main" id="{1D7DACB7-2B7C-4558-9721-A3D7E89BCFF9}"/>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25562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losing credits - animated log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55B974-3DC1-44AE-96AE-E5BC33594F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9843" y="481976"/>
            <a:ext cx="1452576" cy="1126800"/>
          </a:xfrm>
          <a:prstGeom prst="rect">
            <a:avLst/>
          </a:prstGeom>
          <a:ln>
            <a:noFill/>
          </a:ln>
        </p:spPr>
      </p:pic>
      <p:sp>
        <p:nvSpPr>
          <p:cNvPr id="6" name="Rectangle 5">
            <a:extLst>
              <a:ext uri="{FF2B5EF4-FFF2-40B4-BE49-F238E27FC236}">
                <a16:creationId xmlns:a16="http://schemas.microsoft.com/office/drawing/2014/main" id="{01E21570-2B89-43CC-8DEE-216454BE3068}"/>
              </a:ext>
            </a:extLst>
          </p:cNvPr>
          <p:cNvSpPr/>
          <p:nvPr userDrawn="1"/>
        </p:nvSpPr>
        <p:spPr>
          <a:xfrm>
            <a:off x="695325" y="5799751"/>
            <a:ext cx="10801350" cy="704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a:ln>
                  <a:noFill/>
                </a:ln>
                <a:solidFill>
                  <a:srgbClr val="243746"/>
                </a:solidFill>
                <a:effectLst/>
                <a:uLnTx/>
                <a:uFillTx/>
                <a:latin typeface="+mj-lt"/>
                <a:ea typeface="+mn-ea"/>
                <a:cs typeface="Arial" charset="0"/>
              </a:rPr>
              <a:t>© Equinor ASA</a:t>
            </a:r>
            <a:endParaRPr kumimoji="0" lang="en-GB" sz="1000" b="0" i="0" u="none" strike="noStrike" kern="1200" cap="none" spc="0" normalizeH="0" baseline="0" noProof="0">
              <a:ln>
                <a:noFill/>
              </a:ln>
              <a:solidFill>
                <a:srgbClr val="243746"/>
              </a:solidFill>
              <a:effectLst/>
              <a:uLnTx/>
              <a:uFillTx/>
              <a:latin typeface="+mn-lt"/>
              <a:ea typeface="+mn-ea"/>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a:ln>
                  <a:noFill/>
                </a:ln>
                <a:solidFill>
                  <a:srgbClr val="243746"/>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endParaRPr kumimoji="0" lang="en-GB" sz="600" b="0" i="0" u="none" strike="noStrike" kern="1200" cap="none" spc="0" normalizeH="0" baseline="0" noProof="0">
              <a:ln>
                <a:noFill/>
              </a:ln>
              <a:solidFill>
                <a:srgbClr val="243746"/>
              </a:solidFill>
              <a:effectLst/>
              <a:uLnTx/>
              <a:uFillTx/>
              <a:latin typeface="+mn-lt"/>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4988640"/>
            <a:ext cx="10801350" cy="409785"/>
          </a:xfrm>
        </p:spPr>
        <p:txBody>
          <a:bodyPr lIns="0" tIns="36000" rIns="0">
            <a:noAutofit/>
          </a:bodyPr>
          <a:lstStyle>
            <a:lvl1pPr marL="0" indent="0">
              <a:spcBef>
                <a:spcPts val="0"/>
              </a:spcBef>
              <a:spcAft>
                <a:spcPts val="0"/>
              </a:spcAft>
              <a:buNone/>
              <a:defRPr sz="1400">
                <a:solidFill>
                  <a:srgbClr val="243746"/>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5" y="4371233"/>
            <a:ext cx="10801349" cy="609337"/>
          </a:xfrm>
        </p:spPr>
        <p:txBody>
          <a:bodyPr lIns="0" tIns="0" rIns="0" bIns="36000" anchor="b"/>
          <a:lstStyle>
            <a:lvl1pPr>
              <a:defRPr sz="2000">
                <a:solidFill>
                  <a:srgbClr val="FF1243"/>
                </a:solidFill>
                <a:latin typeface="+mj-lt"/>
              </a:defRPr>
            </a:lvl1pPr>
          </a:lstStyle>
          <a:p>
            <a:r>
              <a:rPr lang="en-GB" noProof="0"/>
              <a:t>Click to add presentation title</a:t>
            </a:r>
          </a:p>
        </p:txBody>
      </p:sp>
      <p:graphicFrame>
        <p:nvGraphicFramePr>
          <p:cNvPr id="44" name="Table 17">
            <a:extLst>
              <a:ext uri="{FF2B5EF4-FFF2-40B4-BE49-F238E27FC236}">
                <a16:creationId xmlns:a16="http://schemas.microsoft.com/office/drawing/2014/main" id="{B1C126F3-60B7-4260-905E-E573A78D8CAD}"/>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463161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losing credits-PDF extrac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1E21570-2B89-43CC-8DEE-216454BE3068}"/>
              </a:ext>
            </a:extLst>
          </p:cNvPr>
          <p:cNvSpPr/>
          <p:nvPr userDrawn="1"/>
        </p:nvSpPr>
        <p:spPr>
          <a:xfrm>
            <a:off x="695325" y="5846886"/>
            <a:ext cx="10801350" cy="7047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GB" sz="1000" b="0" i="0" u="none" strike="noStrike" kern="1200" cap="none" spc="0" normalizeH="0" baseline="0" noProof="0">
                <a:ln>
                  <a:noFill/>
                </a:ln>
                <a:solidFill>
                  <a:srgbClr val="243746"/>
                </a:solidFill>
                <a:effectLst/>
                <a:uLnTx/>
                <a:uFillTx/>
                <a:latin typeface="+mj-lt"/>
                <a:ea typeface="+mn-ea"/>
                <a:cs typeface="Arial" charset="0"/>
              </a:rPr>
              <a:t>© Equinor ASA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700" b="0" i="0" u="none" strike="noStrike" kern="1200" cap="none" spc="0" normalizeH="0" baseline="0" noProof="0">
                <a:ln>
                  <a:noFill/>
                </a:ln>
                <a:solidFill>
                  <a:srgbClr val="243746"/>
                </a:solidFill>
                <a:effectLst/>
                <a:uLnTx/>
                <a:uFillTx/>
                <a:latin typeface="+mn-lt"/>
                <a:ea typeface="Verdana" panose="020B0604030504040204" pitchFamily="34" charset="0"/>
                <a:cs typeface="Verdana" panose="020B0604030504040204" pitchFamily="34" charset="0"/>
              </a:rPr>
              <a:t>This presentation, including the contents and arrangement of the contents of each individual page or the collection of the pages, is owned by Equinor. Copyright to all material including, but not limited to, written material, photographs, drawings, images, tables and data remains the property of Equinor. All rights reserved. Any other use, reproduction, translation, adaption, arrangement, alteration, distribution or storage of this presentation, in whole or in part, without the prior written permission of Equinor is prohibited. The information contained in this presentation may not be accurate, up to date or applicable to the circumstances of any particular case, despite our efforts. Equinor cannot accept any liability for any inaccuracies or omissions</a:t>
            </a:r>
            <a:r>
              <a:rPr kumimoji="0" lang="en-GB" sz="700" b="0" i="0" u="none" strike="noStrike" kern="1200" cap="none" spc="0" normalizeH="0" baseline="0" noProof="0">
                <a:ln>
                  <a:noFill/>
                </a:ln>
                <a:solidFill>
                  <a:srgbClr val="243746"/>
                </a:solidFill>
                <a:effectLst/>
                <a:uLnTx/>
                <a:uFillTx/>
                <a:latin typeface="Equinor" panose="020B0503050302040203" pitchFamily="34" charset="0"/>
                <a:ea typeface="Verdana" panose="020B0604030504040204" pitchFamily="34" charset="0"/>
                <a:cs typeface="Verdana" panose="020B0604030504040204" pitchFamily="34" charset="0"/>
              </a:rPr>
              <a:t>.</a:t>
            </a:r>
            <a:endParaRPr kumimoji="0" lang="en-GB" sz="600" b="0" i="0" u="none" strike="noStrike" kern="1200" cap="none" spc="0" normalizeH="0" baseline="0" noProof="0">
              <a:ln>
                <a:noFill/>
              </a:ln>
              <a:solidFill>
                <a:srgbClr val="243746"/>
              </a:solidFill>
              <a:effectLst/>
              <a:uLnTx/>
              <a:uFillTx/>
              <a:latin typeface="Equinor" panose="020B0503050302040203" pitchFamily="34" charset="0"/>
              <a:ea typeface="+mn-ea"/>
              <a:cs typeface="Arial" charset="0"/>
            </a:endParaRPr>
          </a:p>
        </p:txBody>
      </p:sp>
      <p:sp>
        <p:nvSpPr>
          <p:cNvPr id="10" name="Text Placeholder 9">
            <a:extLst>
              <a:ext uri="{FF2B5EF4-FFF2-40B4-BE49-F238E27FC236}">
                <a16:creationId xmlns:a16="http://schemas.microsoft.com/office/drawing/2014/main" id="{67004934-2634-455F-9B65-D723350B506E}"/>
              </a:ext>
            </a:extLst>
          </p:cNvPr>
          <p:cNvSpPr>
            <a:spLocks noGrp="1"/>
          </p:cNvSpPr>
          <p:nvPr>
            <p:ph type="body" sz="quarter" idx="11" hasCustomPrompt="1"/>
          </p:nvPr>
        </p:nvSpPr>
        <p:spPr>
          <a:xfrm>
            <a:off x="695325" y="5084763"/>
            <a:ext cx="10801350" cy="409785"/>
          </a:xfrm>
        </p:spPr>
        <p:txBody>
          <a:bodyPr lIns="0" rIns="0">
            <a:noAutofit/>
          </a:bodyPr>
          <a:lstStyle>
            <a:lvl1pPr marL="0" indent="0">
              <a:spcBef>
                <a:spcPts val="0"/>
              </a:spcBef>
              <a:spcAft>
                <a:spcPts val="0"/>
              </a:spcAft>
              <a:buNone/>
              <a:defRPr sz="1400">
                <a:solidFill>
                  <a:srgbClr val="243746"/>
                </a:solidFill>
              </a:defRPr>
            </a:lvl1pPr>
            <a:lvl2pPr marL="505800" indent="0">
              <a:buNone/>
              <a:defRPr sz="1400"/>
            </a:lvl2pPr>
            <a:lvl3pPr marL="963000" indent="0">
              <a:buNone/>
              <a:defRPr sz="1400"/>
            </a:lvl3pPr>
            <a:lvl4pPr marL="1420200" indent="0">
              <a:buNone/>
              <a:defRPr sz="1400"/>
            </a:lvl4pPr>
            <a:lvl5pPr marL="1877400" indent="0">
              <a:buNone/>
              <a:defRPr sz="1400"/>
            </a:lvl5pPr>
          </a:lstStyle>
          <a:p>
            <a:pPr lvl="0"/>
            <a:r>
              <a:rPr lang="en-GB" noProof="0"/>
              <a:t>Click to add presenter name and position</a:t>
            </a:r>
          </a:p>
        </p:txBody>
      </p:sp>
      <p:sp>
        <p:nvSpPr>
          <p:cNvPr id="11" name="Title 10">
            <a:extLst>
              <a:ext uri="{FF2B5EF4-FFF2-40B4-BE49-F238E27FC236}">
                <a16:creationId xmlns:a16="http://schemas.microsoft.com/office/drawing/2014/main" id="{04DE76AC-6DBB-4E2B-8B97-854F338047D5}"/>
              </a:ext>
            </a:extLst>
          </p:cNvPr>
          <p:cNvSpPr>
            <a:spLocks noGrp="1"/>
          </p:cNvSpPr>
          <p:nvPr>
            <p:ph type="title" hasCustomPrompt="1"/>
          </p:nvPr>
        </p:nvSpPr>
        <p:spPr>
          <a:xfrm>
            <a:off x="695326" y="4400550"/>
            <a:ext cx="10801349" cy="609337"/>
          </a:xfrm>
        </p:spPr>
        <p:txBody>
          <a:bodyPr lIns="0" tIns="0" rIns="0" bIns="0" anchor="b"/>
          <a:lstStyle>
            <a:lvl1pPr>
              <a:defRPr sz="2000">
                <a:solidFill>
                  <a:srgbClr val="FF1243"/>
                </a:solidFill>
                <a:latin typeface="+mj-lt"/>
              </a:defRPr>
            </a:lvl1pPr>
          </a:lstStyle>
          <a:p>
            <a:r>
              <a:rPr lang="en-GB" noProof="0"/>
              <a:t>Click to add presentation title</a:t>
            </a:r>
          </a:p>
        </p:txBody>
      </p:sp>
      <p:pic>
        <p:nvPicPr>
          <p:cNvPr id="45" name="Graphic 44">
            <a:extLst>
              <a:ext uri="{FF2B5EF4-FFF2-40B4-BE49-F238E27FC236}">
                <a16:creationId xmlns:a16="http://schemas.microsoft.com/office/drawing/2014/main" id="{64E422E7-C7DB-4940-B055-4E14BF9FA65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82061" y="512596"/>
            <a:ext cx="1316395" cy="1080000"/>
          </a:xfrm>
          <a:prstGeom prst="rect">
            <a:avLst/>
          </a:prstGeom>
        </p:spPr>
      </p:pic>
      <p:graphicFrame>
        <p:nvGraphicFramePr>
          <p:cNvPr id="44" name="Table 17">
            <a:extLst>
              <a:ext uri="{FF2B5EF4-FFF2-40B4-BE49-F238E27FC236}">
                <a16:creationId xmlns:a16="http://schemas.microsoft.com/office/drawing/2014/main" id="{049282DD-8F6B-47AB-B6F5-8BA1ABE3F1EC}"/>
              </a:ext>
            </a:extLst>
          </p:cNvPr>
          <p:cNvGraphicFramePr>
            <a:graphicFrameLocks noGrp="1"/>
          </p:cNvGraphicFramePr>
          <p:nvPr userDrawn="1">
            <p:extLst>
              <p:ext uri="{D42A27DB-BD31-4B8C-83A1-F6EECF244321}">
                <p14:modId xmlns:p14="http://schemas.microsoft.com/office/powerpoint/2010/main" val="758956693"/>
              </p:ext>
            </p:extLst>
          </p:nvPr>
        </p:nvGraphicFramePr>
        <p:xfrm>
          <a:off x="12322308" y="1452223"/>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102662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5" name="Table 15">
            <a:extLst>
              <a:ext uri="{FF2B5EF4-FFF2-40B4-BE49-F238E27FC236}">
                <a16:creationId xmlns:a16="http://schemas.microsoft.com/office/drawing/2014/main" id="{DEBD90AC-FD60-41F4-9529-E31232224E59}"/>
              </a:ext>
            </a:extLst>
          </p:cNvPr>
          <p:cNvGraphicFramePr>
            <a:graphicFrameLocks noGrp="1"/>
          </p:cNvGraphicFramePr>
          <p:nvPr userDrawn="1">
            <p:extLst>
              <p:ext uri="{D42A27DB-BD31-4B8C-83A1-F6EECF244321}">
                <p14:modId xmlns:p14="http://schemas.microsoft.com/office/powerpoint/2010/main" val="2588235611"/>
              </p:ext>
            </p:extLst>
          </p:nvPr>
        </p:nvGraphicFramePr>
        <p:xfrm>
          <a:off x="-362400" y="-365400"/>
          <a:ext cx="12916800" cy="758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3706908691"/>
                    </a:ext>
                  </a:extLst>
                </a:gridCol>
                <a:gridCol w="698400">
                  <a:extLst>
                    <a:ext uri="{9D8B030D-6E8A-4147-A177-3AD203B41FA5}">
                      <a16:colId xmlns:a16="http://schemas.microsoft.com/office/drawing/2014/main" val="1122517581"/>
                    </a:ext>
                  </a:extLst>
                </a:gridCol>
                <a:gridCol w="900000">
                  <a:extLst>
                    <a:ext uri="{9D8B030D-6E8A-4147-A177-3AD203B41FA5}">
                      <a16:colId xmlns:a16="http://schemas.microsoft.com/office/drawing/2014/main" val="3921436069"/>
                    </a:ext>
                  </a:extLst>
                </a:gridCol>
                <a:gridCol w="900000">
                  <a:extLst>
                    <a:ext uri="{9D8B030D-6E8A-4147-A177-3AD203B41FA5}">
                      <a16:colId xmlns:a16="http://schemas.microsoft.com/office/drawing/2014/main" val="461690647"/>
                    </a:ext>
                  </a:extLst>
                </a:gridCol>
                <a:gridCol w="900000">
                  <a:extLst>
                    <a:ext uri="{9D8B030D-6E8A-4147-A177-3AD203B41FA5}">
                      <a16:colId xmlns:a16="http://schemas.microsoft.com/office/drawing/2014/main" val="3176828646"/>
                    </a:ext>
                  </a:extLst>
                </a:gridCol>
                <a:gridCol w="900000">
                  <a:extLst>
                    <a:ext uri="{9D8B030D-6E8A-4147-A177-3AD203B41FA5}">
                      <a16:colId xmlns:a16="http://schemas.microsoft.com/office/drawing/2014/main" val="4171762685"/>
                    </a:ext>
                  </a:extLst>
                </a:gridCol>
                <a:gridCol w="900000">
                  <a:extLst>
                    <a:ext uri="{9D8B030D-6E8A-4147-A177-3AD203B41FA5}">
                      <a16:colId xmlns:a16="http://schemas.microsoft.com/office/drawing/2014/main" val="2201640941"/>
                    </a:ext>
                  </a:extLst>
                </a:gridCol>
                <a:gridCol w="900000">
                  <a:extLst>
                    <a:ext uri="{9D8B030D-6E8A-4147-A177-3AD203B41FA5}">
                      <a16:colId xmlns:a16="http://schemas.microsoft.com/office/drawing/2014/main" val="3985058925"/>
                    </a:ext>
                  </a:extLst>
                </a:gridCol>
                <a:gridCol w="900000">
                  <a:extLst>
                    <a:ext uri="{9D8B030D-6E8A-4147-A177-3AD203B41FA5}">
                      <a16:colId xmlns:a16="http://schemas.microsoft.com/office/drawing/2014/main" val="2520456441"/>
                    </a:ext>
                  </a:extLst>
                </a:gridCol>
                <a:gridCol w="900000">
                  <a:extLst>
                    <a:ext uri="{9D8B030D-6E8A-4147-A177-3AD203B41FA5}">
                      <a16:colId xmlns:a16="http://schemas.microsoft.com/office/drawing/2014/main" val="3882555492"/>
                    </a:ext>
                  </a:extLst>
                </a:gridCol>
                <a:gridCol w="900000">
                  <a:extLst>
                    <a:ext uri="{9D8B030D-6E8A-4147-A177-3AD203B41FA5}">
                      <a16:colId xmlns:a16="http://schemas.microsoft.com/office/drawing/2014/main" val="1630932600"/>
                    </a:ext>
                  </a:extLst>
                </a:gridCol>
                <a:gridCol w="900000">
                  <a:extLst>
                    <a:ext uri="{9D8B030D-6E8A-4147-A177-3AD203B41FA5}">
                      <a16:colId xmlns:a16="http://schemas.microsoft.com/office/drawing/2014/main" val="4253300143"/>
                    </a:ext>
                  </a:extLst>
                </a:gridCol>
                <a:gridCol w="900000">
                  <a:extLst>
                    <a:ext uri="{9D8B030D-6E8A-4147-A177-3AD203B41FA5}">
                      <a16:colId xmlns:a16="http://schemas.microsoft.com/office/drawing/2014/main" val="3197937433"/>
                    </a:ext>
                  </a:extLst>
                </a:gridCol>
                <a:gridCol w="900000">
                  <a:extLst>
                    <a:ext uri="{9D8B030D-6E8A-4147-A177-3AD203B41FA5}">
                      <a16:colId xmlns:a16="http://schemas.microsoft.com/office/drawing/2014/main" val="2775328341"/>
                    </a:ext>
                  </a:extLst>
                </a:gridCol>
                <a:gridCol w="698400">
                  <a:extLst>
                    <a:ext uri="{9D8B030D-6E8A-4147-A177-3AD203B41FA5}">
                      <a16:colId xmlns:a16="http://schemas.microsoft.com/office/drawing/2014/main" val="3434562342"/>
                    </a:ext>
                  </a:extLst>
                </a:gridCol>
                <a:gridCol w="360000">
                  <a:extLst>
                    <a:ext uri="{9D8B030D-6E8A-4147-A177-3AD203B41FA5}">
                      <a16:colId xmlns:a16="http://schemas.microsoft.com/office/drawing/2014/main" val="2670757722"/>
                    </a:ext>
                  </a:extLst>
                </a:gridCol>
              </a:tblGrid>
              <a:tr h="360000">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DnDiag">
                      <a:fgClr>
                        <a:schemeClr val="bg1">
                          <a:lumMod val="50000"/>
                        </a:schemeClr>
                      </a:fgClr>
                      <a:bgClr>
                        <a:schemeClr val="bg1"/>
                      </a:bgClr>
                    </a:pattFill>
                  </a:tcPr>
                </a:tc>
                <a:tc>
                  <a:txBody>
                    <a:bodyPr/>
                    <a:lstStyle/>
                    <a:p>
                      <a:pPr algn="ctr"/>
                      <a:r>
                        <a:rPr lang="nb-NO" sz="700" err="1">
                          <a:solidFill>
                            <a:schemeClr val="bg1"/>
                          </a:solidFill>
                        </a:rPr>
                        <a:t>Left</a:t>
                      </a:r>
                      <a:r>
                        <a:rPr lang="nb-NO" sz="700">
                          <a:solidFill>
                            <a:schemeClr val="bg1"/>
                          </a:solidFill>
                        </a:rPr>
                        <a:t> margin</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nb-NO" sz="700">
                          <a:solidFill>
                            <a:schemeClr val="bg1"/>
                          </a:solidFill>
                        </a:rPr>
                        <a:t>1</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2</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3</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4</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5</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6</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7</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8</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9</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10</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11</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12</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Right margin</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UpDiag">
                      <a:fgClr>
                        <a:schemeClr val="bg1">
                          <a:lumMod val="50000"/>
                        </a:schemeClr>
                      </a:fgClr>
                      <a:bgClr>
                        <a:schemeClr val="bg1"/>
                      </a:bgClr>
                    </a:pattFill>
                  </a:tcPr>
                </a:tc>
                <a:extLst>
                  <a:ext uri="{0D108BD9-81ED-4DB2-BD59-A6C34878D82A}">
                    <a16:rowId xmlns:a16="http://schemas.microsoft.com/office/drawing/2014/main" val="1267116639"/>
                  </a:ext>
                </a:extLst>
              </a:tr>
              <a:tr h="824400">
                <a:tc>
                  <a:txBody>
                    <a:bodyPr/>
                    <a:lstStyle/>
                    <a:p>
                      <a:pPr algn="ctr"/>
                      <a:r>
                        <a:rPr lang="nb-NO" sz="700">
                          <a:solidFill>
                            <a:schemeClr val="bg1"/>
                          </a:solidFill>
                        </a:rPr>
                        <a:t>Logo Space</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Logo </a:t>
                      </a:r>
                      <a:r>
                        <a:rPr lang="nb-NO" sz="700" err="1">
                          <a:solidFill>
                            <a:schemeClr val="bg1"/>
                          </a:solidFill>
                        </a:rPr>
                        <a:t>space</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284756019"/>
                  </a:ext>
                </a:extLst>
              </a:tr>
              <a:tr h="594000">
                <a:tc>
                  <a:txBody>
                    <a:bodyPr/>
                    <a:lstStyle/>
                    <a:p>
                      <a:pPr algn="ctr"/>
                      <a:r>
                        <a:rPr lang="nb-NO" sz="700">
                          <a:solidFill>
                            <a:schemeClr val="bg1"/>
                          </a:solidFill>
                        </a:rPr>
                        <a:t>1</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6628835"/>
                  </a:ext>
                </a:extLst>
              </a:tr>
              <a:tr h="594000">
                <a:tc>
                  <a:txBody>
                    <a:bodyPr/>
                    <a:lstStyle/>
                    <a:p>
                      <a:pPr algn="ctr"/>
                      <a:r>
                        <a:rPr lang="nb-NO" sz="700">
                          <a:solidFill>
                            <a:schemeClr val="bg1"/>
                          </a:solidFill>
                        </a:rPr>
                        <a:t>2</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2</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786395"/>
                  </a:ext>
                </a:extLst>
              </a:tr>
              <a:tr h="594000">
                <a:tc>
                  <a:txBody>
                    <a:bodyPr/>
                    <a:lstStyle/>
                    <a:p>
                      <a:pPr algn="ctr"/>
                      <a:r>
                        <a:rPr lang="nb-NO" sz="700">
                          <a:solidFill>
                            <a:schemeClr val="bg1"/>
                          </a:solidFill>
                        </a:rPr>
                        <a:t>3</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3</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840466"/>
                  </a:ext>
                </a:extLst>
              </a:tr>
              <a:tr h="594000">
                <a:tc>
                  <a:txBody>
                    <a:bodyPr/>
                    <a:lstStyle/>
                    <a:p>
                      <a:pPr algn="ctr"/>
                      <a:r>
                        <a:rPr lang="nb-NO" sz="700">
                          <a:solidFill>
                            <a:schemeClr val="bg1"/>
                          </a:solidFill>
                        </a:rPr>
                        <a:t>4</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4</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0749273"/>
                  </a:ext>
                </a:extLst>
              </a:tr>
              <a:tr h="594000">
                <a:tc>
                  <a:txBody>
                    <a:bodyPr/>
                    <a:lstStyle/>
                    <a:p>
                      <a:pPr algn="ctr"/>
                      <a:r>
                        <a:rPr lang="nb-NO" sz="700">
                          <a:solidFill>
                            <a:schemeClr val="bg1"/>
                          </a:solidFill>
                        </a:rPr>
                        <a:t>5</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5</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9297255"/>
                  </a:ext>
                </a:extLst>
              </a:tr>
              <a:tr h="594000">
                <a:tc>
                  <a:txBody>
                    <a:bodyPr/>
                    <a:lstStyle/>
                    <a:p>
                      <a:pPr algn="ctr"/>
                      <a:r>
                        <a:rPr lang="nb-NO" sz="700">
                          <a:solidFill>
                            <a:schemeClr val="bg1"/>
                          </a:solidFill>
                        </a:rPr>
                        <a:t>6</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6</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9784121"/>
                  </a:ext>
                </a:extLst>
              </a:tr>
              <a:tr h="594000">
                <a:tc>
                  <a:txBody>
                    <a:bodyPr/>
                    <a:lstStyle/>
                    <a:p>
                      <a:pPr algn="ctr"/>
                      <a:r>
                        <a:rPr lang="nb-NO" sz="700">
                          <a:solidFill>
                            <a:schemeClr val="bg1"/>
                          </a:solidFill>
                        </a:rPr>
                        <a:t>7</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7</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9926277"/>
                  </a:ext>
                </a:extLst>
              </a:tr>
              <a:tr h="594000">
                <a:tc>
                  <a:txBody>
                    <a:bodyPr/>
                    <a:lstStyle/>
                    <a:p>
                      <a:pPr algn="ctr"/>
                      <a:r>
                        <a:rPr lang="nb-NO" sz="700">
                          <a:solidFill>
                            <a:schemeClr val="bg1"/>
                          </a:solidFill>
                        </a:rPr>
                        <a:t>8</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8</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0813238"/>
                  </a:ext>
                </a:extLst>
              </a:tr>
              <a:tr h="594000">
                <a:tc>
                  <a:txBody>
                    <a:bodyPr/>
                    <a:lstStyle/>
                    <a:p>
                      <a:pPr algn="ctr"/>
                      <a:r>
                        <a:rPr lang="nb-NO" sz="700">
                          <a:solidFill>
                            <a:schemeClr val="bg1"/>
                          </a:solidFill>
                        </a:rPr>
                        <a:t>9</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9</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3967900"/>
                  </a:ext>
                </a:extLst>
              </a:tr>
              <a:tr h="698400">
                <a:tc>
                  <a:txBody>
                    <a:bodyPr/>
                    <a:lstStyle/>
                    <a:p>
                      <a:pPr algn="ctr"/>
                      <a:r>
                        <a:rPr lang="nb-NO" sz="700" err="1">
                          <a:solidFill>
                            <a:schemeClr val="bg1"/>
                          </a:solidFill>
                        </a:rPr>
                        <a:t>Bottom</a:t>
                      </a:r>
                      <a:r>
                        <a:rPr lang="nb-NO" sz="700">
                          <a:solidFill>
                            <a:schemeClr val="bg1"/>
                          </a:solidFill>
                        </a:rPr>
                        <a:t> margin</a:t>
                      </a:r>
                      <a:endParaRPr lang="en-GB" sz="700">
                        <a:solidFill>
                          <a:schemeClr val="bg1"/>
                        </a:solidFill>
                      </a:endParaRPr>
                    </a:p>
                  </a:txBody>
                  <a:tcPr marL="0" marR="0" marT="0" marB="0" vert="vert"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err="1">
                          <a:solidFill>
                            <a:schemeClr val="bg1"/>
                          </a:solidFill>
                        </a:rPr>
                        <a:t>Bottom</a:t>
                      </a:r>
                      <a:r>
                        <a:rPr lang="nb-NO" sz="700">
                          <a:solidFill>
                            <a:schemeClr val="bg1"/>
                          </a:solidFill>
                        </a:rPr>
                        <a:t> margin</a:t>
                      </a:r>
                      <a:endParaRPr lang="en-GB" sz="700">
                        <a:solidFill>
                          <a:schemeClr val="bg1"/>
                        </a:solidFill>
                      </a:endParaRPr>
                    </a:p>
                  </a:txBody>
                  <a:tcPr marL="0" marR="0" marT="0" marB="0" vert="vert27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2749541604"/>
                  </a:ext>
                </a:extLst>
              </a:tr>
              <a:tr h="360000">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UpDiag">
                      <a:fgClr>
                        <a:schemeClr val="bg1">
                          <a:lumMod val="50000"/>
                        </a:schemeClr>
                      </a:fgClr>
                      <a:bgClr>
                        <a:schemeClr val="bg1"/>
                      </a:bgClr>
                    </a:pattFill>
                  </a:tcPr>
                </a:tc>
                <a:tc>
                  <a:txBody>
                    <a:bodyPr/>
                    <a:lstStyle/>
                    <a:p>
                      <a:pPr algn="ctr"/>
                      <a:r>
                        <a:rPr lang="nb-NO" sz="700" err="1">
                          <a:solidFill>
                            <a:schemeClr val="bg1"/>
                          </a:solidFill>
                        </a:rPr>
                        <a:t>Left</a:t>
                      </a:r>
                      <a:r>
                        <a:rPr lang="nb-NO" sz="700">
                          <a:solidFill>
                            <a:schemeClr val="bg1"/>
                          </a:solidFill>
                        </a:rPr>
                        <a:t> margin</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nb-NO" sz="700">
                          <a:solidFill>
                            <a:schemeClr val="bg1"/>
                          </a:solidFill>
                        </a:rPr>
                        <a:t>1</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2</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3</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4</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5</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6</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7</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8</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9</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10</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11</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12</a:t>
                      </a:r>
                      <a:endParaRPr lang="en-GB" sz="700">
                        <a:solidFill>
                          <a:schemeClr val="bg1"/>
                        </a:solidFill>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nb-NO" sz="700">
                          <a:solidFill>
                            <a:schemeClr val="bg1"/>
                          </a:solidFill>
                        </a:rPr>
                        <a:t>Right margin</a:t>
                      </a: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endParaRPr lang="en-GB" sz="7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pattFill prst="ltDnDiag">
                      <a:fgClr>
                        <a:schemeClr val="bg1">
                          <a:lumMod val="50000"/>
                        </a:schemeClr>
                      </a:fgClr>
                      <a:bgClr>
                        <a:schemeClr val="bg1"/>
                      </a:bgClr>
                    </a:pattFill>
                  </a:tcPr>
                </a:tc>
                <a:extLst>
                  <a:ext uri="{0D108BD9-81ED-4DB2-BD59-A6C34878D82A}">
                    <a16:rowId xmlns:a16="http://schemas.microsoft.com/office/drawing/2014/main" val="87438051"/>
                  </a:ext>
                </a:extLst>
              </a:tr>
            </a:tbl>
          </a:graphicData>
        </a:graphic>
      </p:graphicFrame>
      <p:sp>
        <p:nvSpPr>
          <p:cNvPr id="2" name="Title Placeholder 1">
            <a:extLst>
              <a:ext uri="{FF2B5EF4-FFF2-40B4-BE49-F238E27FC236}">
                <a16:creationId xmlns:a16="http://schemas.microsoft.com/office/drawing/2014/main" id="{6358EDB7-2099-41D3-A175-DAC6E212AAF8}"/>
              </a:ext>
            </a:extLst>
          </p:cNvPr>
          <p:cNvSpPr>
            <a:spLocks noGrp="1"/>
          </p:cNvSpPr>
          <p:nvPr>
            <p:ph type="title"/>
          </p:nvPr>
        </p:nvSpPr>
        <p:spPr>
          <a:xfrm>
            <a:off x="694296" y="820012"/>
            <a:ext cx="10797447" cy="595007"/>
          </a:xfrm>
          <a:prstGeom prst="rect">
            <a:avLst/>
          </a:prstGeom>
        </p:spPr>
        <p:txBody>
          <a:bodyPr vert="horz" lIns="0" tIns="180000" rIns="0" bIns="0" rtlCol="0" anchor="t">
            <a:no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75D17EAE-7603-437B-BEF7-B208D7061457}"/>
              </a:ext>
            </a:extLst>
          </p:cNvPr>
          <p:cNvSpPr>
            <a:spLocks noGrp="1"/>
          </p:cNvSpPr>
          <p:nvPr>
            <p:ph type="body" idx="1"/>
          </p:nvPr>
        </p:nvSpPr>
        <p:spPr>
          <a:xfrm>
            <a:off x="698360" y="1800000"/>
            <a:ext cx="10789317" cy="4355904"/>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3" name="Slide Number Placeholder 5">
            <a:extLst>
              <a:ext uri="{FF2B5EF4-FFF2-40B4-BE49-F238E27FC236}">
                <a16:creationId xmlns:a16="http://schemas.microsoft.com/office/drawing/2014/main" id="{DEF3BA3A-53B3-4BA4-830A-4527AF9F325A}"/>
              </a:ext>
            </a:extLst>
          </p:cNvPr>
          <p:cNvSpPr>
            <a:spLocks noGrp="1"/>
          </p:cNvSpPr>
          <p:nvPr>
            <p:ph type="sldNum" sz="quarter" idx="4"/>
          </p:nvPr>
        </p:nvSpPr>
        <p:spPr>
          <a:xfrm>
            <a:off x="695324" y="6596187"/>
            <a:ext cx="245260" cy="217625"/>
          </a:xfrm>
          <a:prstGeom prst="rect">
            <a:avLst/>
          </a:prstGeom>
        </p:spPr>
        <p:txBody>
          <a:bodyPr vert="horz" wrap="none" lIns="0" tIns="46800" rIns="0" bIns="46800" rtlCol="0" anchor="ctr">
            <a:spAutoFit/>
          </a:bodyPr>
          <a:lstStyle>
            <a:lvl1pPr algn="l">
              <a:defRPr sz="800">
                <a:solidFill>
                  <a:srgbClr val="7C8F98"/>
                </a:solidFill>
                <a:latin typeface="+mn-lt"/>
              </a:defRPr>
            </a:lvl1pPr>
          </a:lstStyle>
          <a:p>
            <a:fld id="{5D1E5300-FC0F-4317-A193-EF6CE9E6F7B5}" type="slidenum">
              <a:rPr lang="en-GB" smtClean="0"/>
              <a:pPr/>
              <a:t>‹#›</a:t>
            </a:fld>
            <a:r>
              <a:rPr lang="en-GB"/>
              <a:t>  |  </a:t>
            </a:r>
            <a:endParaRPr lang="en-GB" noProof="0"/>
          </a:p>
        </p:txBody>
      </p:sp>
      <p:sp>
        <p:nvSpPr>
          <p:cNvPr id="36" name="Classification">
            <a:extLst>
              <a:ext uri="{FF2B5EF4-FFF2-40B4-BE49-F238E27FC236}">
                <a16:creationId xmlns:a16="http://schemas.microsoft.com/office/drawing/2014/main" id="{CCE8DDFB-884A-4040-A8EB-D8221E682614}"/>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r>
              <a:rPr lang="en-GB" noProof="0">
                <a:latin typeface="+mn-lt"/>
              </a:rPr>
              <a:t>Open</a:t>
            </a:r>
          </a:p>
        </p:txBody>
      </p:sp>
      <p:sp>
        <p:nvSpPr>
          <p:cNvPr id="37" name="DateBox">
            <a:extLst>
              <a:ext uri="{FF2B5EF4-FFF2-40B4-BE49-F238E27FC236}">
                <a16:creationId xmlns:a16="http://schemas.microsoft.com/office/drawing/2014/main" id="{66CDF6A4-3F2C-4A0A-88CC-5D8A55FE1230}"/>
              </a:ext>
            </a:extLst>
          </p:cNvPr>
          <p:cNvSpPr txBox="1"/>
          <p:nvPr userDrawn="1"/>
        </p:nvSpPr>
        <p:spPr>
          <a:xfrm>
            <a:off x="9756774" y="6597278"/>
            <a:ext cx="1739900" cy="215444"/>
          </a:xfrm>
          <a:prstGeom prst="rect">
            <a:avLst/>
          </a:prstGeom>
        </p:spPr>
        <p:txBody>
          <a:bodyPr vert="horz" lIns="0" tIns="45720" rIns="0" bIns="45720" rtlCol="0" anchor="ctr">
            <a:spAutoFit/>
          </a:bodyPr>
          <a:lstStyle>
            <a:defPPr>
              <a:defRPr lang="en-US"/>
            </a:defPPr>
            <a:lvl1pPr algn="r">
              <a:defRPr sz="800">
                <a:solidFill>
                  <a:srgbClr val="7C8F98"/>
                </a:solidFill>
                <a:latin typeface="Verdana" panose="00000500000000000000" pitchFamily="50" charset="0"/>
              </a:defRPr>
            </a:lvl1pPr>
          </a:lstStyle>
          <a:p>
            <a:pPr lvl="0"/>
            <a:endParaRPr lang="en-GB" noProof="0">
              <a:latin typeface="+mn-lt"/>
            </a:endParaRPr>
          </a:p>
        </p:txBody>
      </p:sp>
      <p:sp>
        <p:nvSpPr>
          <p:cNvPr id="4" name="isEquinor" hidden="1">
            <a:extLst>
              <a:ext uri="{FF2B5EF4-FFF2-40B4-BE49-F238E27FC236}">
                <a16:creationId xmlns:a16="http://schemas.microsoft.com/office/drawing/2014/main" id="{5118DC7A-7735-4C04-9A17-53916530E1F8}"/>
              </a:ext>
            </a:extLst>
          </p:cNvPr>
          <p:cNvSpPr/>
          <p:nvPr userDrawn="1"/>
        </p:nvSpPr>
        <p:spPr>
          <a:xfrm>
            <a:off x="349624" y="242047"/>
            <a:ext cx="2050676" cy="2016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3" name="Graphic 52">
            <a:extLst>
              <a:ext uri="{FF2B5EF4-FFF2-40B4-BE49-F238E27FC236}">
                <a16:creationId xmlns:a16="http://schemas.microsoft.com/office/drawing/2014/main" id="{08BF3E39-2C38-474C-920D-4207B62550B8}"/>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430219" y="175144"/>
            <a:ext cx="1078648" cy="427693"/>
          </a:xfrm>
          <a:prstGeom prst="rect">
            <a:avLst/>
          </a:prstGeom>
        </p:spPr>
      </p:pic>
      <p:graphicFrame>
        <p:nvGraphicFramePr>
          <p:cNvPr id="17" name="Table 17">
            <a:extLst>
              <a:ext uri="{FF2B5EF4-FFF2-40B4-BE49-F238E27FC236}">
                <a16:creationId xmlns:a16="http://schemas.microsoft.com/office/drawing/2014/main" id="{A9751D39-C401-4890-BA02-013724A8DE6D}"/>
              </a:ext>
            </a:extLst>
          </p:cNvPr>
          <p:cNvGraphicFramePr>
            <a:graphicFrameLocks noGrp="1"/>
          </p:cNvGraphicFramePr>
          <p:nvPr userDrawn="1">
            <p:extLst>
              <p:ext uri="{D42A27DB-BD31-4B8C-83A1-F6EECF244321}">
                <p14:modId xmlns:p14="http://schemas.microsoft.com/office/powerpoint/2010/main" val="4194168426"/>
              </p:ext>
            </p:extLst>
          </p:nvPr>
        </p:nvGraphicFramePr>
        <p:xfrm>
          <a:off x="12552080" y="821391"/>
          <a:ext cx="651031" cy="5405777"/>
        </p:xfrm>
        <a:graphic>
          <a:graphicData uri="http://schemas.openxmlformats.org/drawingml/2006/table">
            <a:tbl>
              <a:tblPr firstRow="1" bandRow="1">
                <a:tableStyleId>{5C22544A-7EE6-4342-B048-85BDC9FD1C3A}</a:tableStyleId>
              </a:tblPr>
              <a:tblGrid>
                <a:gridCol w="216000">
                  <a:extLst>
                    <a:ext uri="{9D8B030D-6E8A-4147-A177-3AD203B41FA5}">
                      <a16:colId xmlns:a16="http://schemas.microsoft.com/office/drawing/2014/main" val="232980812"/>
                    </a:ext>
                  </a:extLst>
                </a:gridCol>
                <a:gridCol w="116840">
                  <a:extLst>
                    <a:ext uri="{9D8B030D-6E8A-4147-A177-3AD203B41FA5}">
                      <a16:colId xmlns:a16="http://schemas.microsoft.com/office/drawing/2014/main" val="754942325"/>
                    </a:ext>
                  </a:extLst>
                </a:gridCol>
                <a:gridCol w="102191">
                  <a:extLst>
                    <a:ext uri="{9D8B030D-6E8A-4147-A177-3AD203B41FA5}">
                      <a16:colId xmlns:a16="http://schemas.microsoft.com/office/drawing/2014/main" val="939013712"/>
                    </a:ext>
                  </a:extLst>
                </a:gridCol>
                <a:gridCol w="216000">
                  <a:extLst>
                    <a:ext uri="{9D8B030D-6E8A-4147-A177-3AD203B41FA5}">
                      <a16:colId xmlns:a16="http://schemas.microsoft.com/office/drawing/2014/main" val="3840829785"/>
                    </a:ext>
                  </a:extLst>
                </a:gridCol>
              </a:tblGrid>
              <a:tr h="288771">
                <a:tc gridSpan="4">
                  <a:txBody>
                    <a:bodyPr/>
                    <a:lstStyle/>
                    <a:p>
                      <a:pPr algn="ctr"/>
                      <a:r>
                        <a:rPr lang="nb-NO" sz="600" b="0" err="1">
                          <a:solidFill>
                            <a:schemeClr val="bg1"/>
                          </a:solidFill>
                        </a:rPr>
                        <a:t>Primary</a:t>
                      </a:r>
                      <a:r>
                        <a:rPr lang="nb-NO" sz="600" b="0">
                          <a:solidFill>
                            <a:schemeClr val="bg1"/>
                          </a:solidFill>
                        </a:rPr>
                        <a:t> </a:t>
                      </a:r>
                      <a:r>
                        <a:rPr lang="nb-NO" sz="600" b="0" err="1">
                          <a:solidFill>
                            <a:schemeClr val="bg1"/>
                          </a:solidFill>
                        </a:rPr>
                        <a:t>colors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5407568"/>
                  </a:ext>
                </a:extLst>
              </a:tr>
              <a:tr h="216578">
                <a:tc gridSpan="2">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gridSpan="2">
                  <a:txBody>
                    <a:bodyPr/>
                    <a:lstStyle/>
                    <a:p>
                      <a:endParaRPr lang="en-GB"/>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FF1243"/>
                    </a:solidFill>
                  </a:tcPr>
                </a:tc>
                <a:tc hMerge="1">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33333"/>
                    </a:solidFill>
                  </a:tcPr>
                </a:tc>
                <a:extLst>
                  <a:ext uri="{0D108BD9-81ED-4DB2-BD59-A6C34878D82A}">
                    <a16:rowId xmlns:a16="http://schemas.microsoft.com/office/drawing/2014/main" val="2818077592"/>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solid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320499123"/>
                  </a:ext>
                </a:extLst>
              </a:tr>
              <a:tr h="288771">
                <a:tc gridSpan="4">
                  <a:txBody>
                    <a:bodyPr/>
                    <a:lstStyle/>
                    <a:p>
                      <a:pPr algn="ctr"/>
                      <a:r>
                        <a:rPr lang="nb-NO" sz="600" b="0" err="1">
                          <a:solidFill>
                            <a:schemeClr val="bg1"/>
                          </a:solidFill>
                        </a:rPr>
                        <a:t>Secondary</a:t>
                      </a:r>
                      <a:r>
                        <a:rPr lang="nb-NO" sz="600" b="0">
                          <a:solidFill>
                            <a:schemeClr val="bg1"/>
                          </a:solidFill>
                        </a:rPr>
                        <a:t> </a:t>
                      </a:r>
                      <a:r>
                        <a:rPr lang="nb-NO" sz="600" b="0" err="1">
                          <a:solidFill>
                            <a:schemeClr val="bg1"/>
                          </a:solidFill>
                        </a:rPr>
                        <a:t>colors</a:t>
                      </a:r>
                      <a:r>
                        <a:rPr lang="nb-NO" sz="600" b="0">
                          <a:solidFill>
                            <a:schemeClr val="bg1"/>
                          </a:solidFill>
                        </a:rPr>
                        <a:t> </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3042197"/>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499669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1"/>
                    </a:solidFill>
                  </a:tcPr>
                </a:tc>
                <a:tc gridSpan="2">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713678500"/>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tc hMerge="1">
                  <a:txBody>
                    <a:bodyPr/>
                    <a:lstStyle/>
                    <a:p>
                      <a:endParaRPr lang="en-GB"/>
                    </a:p>
                  </a:txBody>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95822879"/>
                  </a:ext>
                </a:extLst>
              </a:tr>
              <a:tr h="366740">
                <a:tc gridSpan="4">
                  <a:txBody>
                    <a:bodyPr/>
                    <a:lstStyle/>
                    <a:p>
                      <a:pPr algn="ctr"/>
                      <a:r>
                        <a:rPr lang="nb-NO" sz="600" b="0">
                          <a:solidFill>
                            <a:schemeClr val="bg1"/>
                          </a:solidFill>
                        </a:rPr>
                        <a:t>Tints for </a:t>
                      </a:r>
                      <a:r>
                        <a:rPr lang="nb-NO" sz="600" b="0" err="1">
                          <a:solidFill>
                            <a:schemeClr val="bg1"/>
                          </a:solidFill>
                        </a:rPr>
                        <a:t>charts</a:t>
                      </a:r>
                      <a:r>
                        <a:rPr lang="nb-NO" sz="600" b="0">
                          <a:solidFill>
                            <a:schemeClr val="bg1"/>
                          </a:solidFill>
                        </a:rPr>
                        <a:t> </a:t>
                      </a:r>
                      <a:br>
                        <a:rPr lang="nb-NO" sz="600" b="0">
                          <a:solidFill>
                            <a:schemeClr val="bg1"/>
                          </a:solidFill>
                        </a:rPr>
                      </a:br>
                      <a:r>
                        <a:rPr lang="nb-NO" sz="600" b="0">
                          <a:solidFill>
                            <a:schemeClr val="bg1"/>
                          </a:solidFill>
                        </a:rPr>
                        <a:t>and </a:t>
                      </a:r>
                      <a:r>
                        <a:rPr lang="nb-NO" sz="600" b="0" err="1">
                          <a:solidFill>
                            <a:schemeClr val="bg1"/>
                          </a:solidFill>
                        </a:rPr>
                        <a:t>infographics</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34751124"/>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43746"/>
                    </a:solidFill>
                  </a:tcPr>
                </a:tc>
                <a:tc gridSpan="2">
                  <a:txBody>
                    <a:bodyPr/>
                    <a:lstStyle/>
                    <a:p>
                      <a:pPr algn="ctr"/>
                      <a:r>
                        <a:rPr lang="nb-NO" sz="600" b="0">
                          <a:solidFill>
                            <a:schemeClr val="bg1"/>
                          </a:solidFill>
                        </a:rPr>
                        <a:t>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7079"/>
                    </a:solidFill>
                  </a:tcPr>
                </a:tc>
                <a:extLst>
                  <a:ext uri="{0D108BD9-81ED-4DB2-BD59-A6C34878D82A}">
                    <a16:rowId xmlns:a16="http://schemas.microsoft.com/office/drawing/2014/main" val="2992383182"/>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4756"/>
                    </a:solidFill>
                  </a:tcPr>
                </a:tc>
                <a:tc gridSpan="2">
                  <a:txBody>
                    <a:bodyPr/>
                    <a:lstStyle/>
                    <a:p>
                      <a:pPr algn="ctr"/>
                      <a:r>
                        <a:rPr lang="nb-NO" sz="600" b="0">
                          <a:solidFill>
                            <a:schemeClr val="bg1"/>
                          </a:solidFill>
                        </a:rPr>
                        <a:t>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57D85"/>
                    </a:solidFill>
                  </a:tcPr>
                </a:tc>
                <a:extLst>
                  <a:ext uri="{0D108BD9-81ED-4DB2-BD59-A6C34878D82A}">
                    <a16:rowId xmlns:a16="http://schemas.microsoft.com/office/drawing/2014/main" val="360404325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425768"/>
                    </a:solidFill>
                  </a:tcPr>
                </a:tc>
                <a:tc gridSpan="2">
                  <a:txBody>
                    <a:bodyPr/>
                    <a:lstStyle/>
                    <a:p>
                      <a:pPr algn="ctr"/>
                      <a:r>
                        <a:rPr lang="nb-NO" sz="600" b="0">
                          <a:solidFill>
                            <a:schemeClr val="bg1"/>
                          </a:solidFill>
                        </a:rPr>
                        <a:t>3</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2A8B92"/>
                    </a:solidFill>
                  </a:tcPr>
                </a:tc>
                <a:extLst>
                  <a:ext uri="{0D108BD9-81ED-4DB2-BD59-A6C34878D82A}">
                    <a16:rowId xmlns:a16="http://schemas.microsoft.com/office/drawing/2014/main" val="3144271361"/>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06778"/>
                    </a:solidFill>
                  </a:tcPr>
                </a:tc>
                <a:tc gridSpan="2">
                  <a:txBody>
                    <a:bodyPr/>
                    <a:lstStyle/>
                    <a:p>
                      <a:pPr algn="ctr"/>
                      <a:r>
                        <a:rPr lang="nb-NO" sz="600" b="0">
                          <a:solidFill>
                            <a:schemeClr val="bg1"/>
                          </a:solidFill>
                        </a:rPr>
                        <a:t>4</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F989E"/>
                    </a:solidFill>
                  </a:tcPr>
                </a:tc>
                <a:extLst>
                  <a:ext uri="{0D108BD9-81ED-4DB2-BD59-A6C34878D82A}">
                    <a16:rowId xmlns:a16="http://schemas.microsoft.com/office/drawing/2014/main" val="218565072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F778A"/>
                    </a:solidFill>
                  </a:tcPr>
                </a:tc>
                <a:tc gridSpan="2">
                  <a:txBody>
                    <a:bodyPr/>
                    <a:lstStyle/>
                    <a:p>
                      <a:pPr algn="ctr"/>
                      <a:r>
                        <a:rPr lang="nb-NO" sz="600" b="0">
                          <a:solidFill>
                            <a:schemeClr val="bg1"/>
                          </a:solidFill>
                        </a:rPr>
                        <a:t>5</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54A5AB"/>
                    </a:solidFill>
                  </a:tcPr>
                </a:tc>
                <a:extLst>
                  <a:ext uri="{0D108BD9-81ED-4DB2-BD59-A6C34878D82A}">
                    <a16:rowId xmlns:a16="http://schemas.microsoft.com/office/drawing/2014/main" val="6845432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D889A"/>
                    </a:solidFill>
                  </a:tcPr>
                </a:tc>
                <a:tc gridSpan="2">
                  <a:txBody>
                    <a:bodyPr/>
                    <a:lstStyle/>
                    <a:p>
                      <a:pPr algn="ctr"/>
                      <a:r>
                        <a:rPr lang="nb-NO" sz="600" b="0">
                          <a:solidFill>
                            <a:schemeClr val="bg1"/>
                          </a:solidFill>
                        </a:rPr>
                        <a:t>6</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69B3B7"/>
                    </a:solidFill>
                  </a:tcPr>
                </a:tc>
                <a:extLst>
                  <a:ext uri="{0D108BD9-81ED-4DB2-BD59-A6C34878D82A}">
                    <a16:rowId xmlns:a16="http://schemas.microsoft.com/office/drawing/2014/main" val="2948959910"/>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C98AB"/>
                    </a:solidFill>
                  </a:tcPr>
                </a:tc>
                <a:tc gridSpan="2">
                  <a:txBody>
                    <a:bodyPr/>
                    <a:lstStyle/>
                    <a:p>
                      <a:pPr algn="ctr"/>
                      <a:r>
                        <a:rPr lang="nb-NO" sz="600" b="0">
                          <a:solidFill>
                            <a:schemeClr val="bg1"/>
                          </a:solidFill>
                        </a:rPr>
                        <a:t>7</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EC1C2"/>
                    </a:solidFill>
                  </a:tcPr>
                </a:tc>
                <a:extLst>
                  <a:ext uri="{0D108BD9-81ED-4DB2-BD59-A6C34878D82A}">
                    <a16:rowId xmlns:a16="http://schemas.microsoft.com/office/drawing/2014/main" val="96811785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8BA8BC"/>
                    </a:solidFill>
                  </a:tcPr>
                </a:tc>
                <a:tc gridSpan="2">
                  <a:txBody>
                    <a:bodyPr/>
                    <a:lstStyle/>
                    <a:p>
                      <a:pPr algn="ctr"/>
                      <a:r>
                        <a:rPr lang="nb-NO" sz="600" b="0">
                          <a:solidFill>
                            <a:schemeClr val="bg1"/>
                          </a:solidFill>
                        </a:rPr>
                        <a:t>8</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3CECE"/>
                    </a:solidFill>
                  </a:tcPr>
                </a:tc>
                <a:extLst>
                  <a:ext uri="{0D108BD9-81ED-4DB2-BD59-A6C34878D82A}">
                    <a16:rowId xmlns:a16="http://schemas.microsoft.com/office/drawing/2014/main" val="2878782556"/>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99B8CD"/>
                    </a:solidFill>
                  </a:tcPr>
                </a:tc>
                <a:tc gridSpan="2">
                  <a:txBody>
                    <a:bodyPr/>
                    <a:lstStyle/>
                    <a:p>
                      <a:pPr algn="ctr"/>
                      <a:r>
                        <a:rPr lang="nb-NO" sz="600" b="0">
                          <a:solidFill>
                            <a:schemeClr val="bg1"/>
                          </a:solidFill>
                        </a:rPr>
                        <a:t>9</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D9D6"/>
                    </a:solidFill>
                  </a:tcPr>
                </a:tc>
                <a:extLst>
                  <a:ext uri="{0D108BD9-81ED-4DB2-BD59-A6C34878D82A}">
                    <a16:rowId xmlns:a16="http://schemas.microsoft.com/office/drawing/2014/main" val="25035680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A8C8DE"/>
                    </a:solidFill>
                  </a:tcPr>
                </a:tc>
                <a:tc gridSpan="2">
                  <a:txBody>
                    <a:bodyPr/>
                    <a:lstStyle/>
                    <a:p>
                      <a:pPr algn="ctr"/>
                      <a:r>
                        <a:rPr lang="nb-NO" sz="600" b="0">
                          <a:solidFill>
                            <a:schemeClr val="bg1"/>
                          </a:solidFill>
                        </a:rPr>
                        <a:t>10</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DE4DD"/>
                    </a:solidFill>
                  </a:tcPr>
                </a:tc>
                <a:extLst>
                  <a:ext uri="{0D108BD9-81ED-4DB2-BD59-A6C34878D82A}">
                    <a16:rowId xmlns:a16="http://schemas.microsoft.com/office/drawing/2014/main" val="413714745"/>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BFD9E9"/>
                    </a:solidFill>
                  </a:tcPr>
                </a:tc>
                <a:tc gridSpan="2">
                  <a:txBody>
                    <a:bodyPr/>
                    <a:lstStyle/>
                    <a:p>
                      <a:pPr algn="ctr"/>
                      <a:r>
                        <a:rPr lang="nb-NO" sz="600" b="0">
                          <a:solidFill>
                            <a:schemeClr val="bg1"/>
                          </a:solidFill>
                        </a:rPr>
                        <a:t>11</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EFE5"/>
                    </a:solidFill>
                  </a:tcPr>
                </a:tc>
                <a:extLst>
                  <a:ext uri="{0D108BD9-81ED-4DB2-BD59-A6C34878D82A}">
                    <a16:rowId xmlns:a16="http://schemas.microsoft.com/office/drawing/2014/main" val="1140613283"/>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3"/>
                    </a:solidFill>
                  </a:tcPr>
                </a:tc>
                <a:tc gridSpan="2">
                  <a:txBody>
                    <a:bodyPr/>
                    <a:lstStyle/>
                    <a:p>
                      <a:pPr algn="ctr"/>
                      <a:r>
                        <a:rPr lang="nb-NO" sz="600" b="0">
                          <a:solidFill>
                            <a:schemeClr val="bg1"/>
                          </a:solidFill>
                        </a:rPr>
                        <a:t>12</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en-GB" sz="600" b="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747427155"/>
                  </a:ext>
                </a:extLst>
              </a:tr>
              <a:tr h="216578">
                <a:tc gridSpan="4">
                  <a:txBody>
                    <a:bodyPr/>
                    <a:lstStyle/>
                    <a:p>
                      <a:pPr algn="ctr"/>
                      <a:endParaRPr lang="en-GB" sz="600" b="0">
                        <a:solidFill>
                          <a:schemeClr val="bg1"/>
                        </a:solidFill>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031402365"/>
                  </a:ext>
                </a:extLst>
              </a:tr>
              <a:tr h="288771">
                <a:tc gridSpan="4">
                  <a:txBody>
                    <a:bodyPr/>
                    <a:lstStyle/>
                    <a:p>
                      <a:pPr algn="ctr"/>
                      <a:r>
                        <a:rPr lang="nb-NO" sz="600" b="0" err="1">
                          <a:solidFill>
                            <a:schemeClr val="bg1"/>
                          </a:solidFill>
                        </a:rPr>
                        <a:t>Supporting</a:t>
                      </a:r>
                      <a:r>
                        <a:rPr lang="nb-NO" sz="600" b="0">
                          <a:solidFill>
                            <a:schemeClr val="bg1"/>
                          </a:solidFill>
                        </a:rPr>
                        <a:t> </a:t>
                      </a:r>
                      <a:r>
                        <a:rPr lang="nb-NO" sz="600" b="0" err="1">
                          <a:solidFill>
                            <a:schemeClr val="bg1"/>
                          </a:solidFill>
                        </a:rPr>
                        <a:t>color</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82830478"/>
                  </a:ext>
                </a:extLst>
              </a:tr>
              <a:tr h="216578">
                <a:tc>
                  <a:txBody>
                    <a:bodyPr/>
                    <a:lstStyle/>
                    <a:p>
                      <a:pPr algn="ctr"/>
                      <a:endParaRPr lang="en-GB" sz="600" b="0">
                        <a:solidFill>
                          <a:schemeClr val="bg1"/>
                        </a:solidFill>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7D0023"/>
                    </a:solidFill>
                  </a:tcPr>
                </a:tc>
                <a:tc gridSpan="3">
                  <a:txBody>
                    <a:bodyPr/>
                    <a:lstStyle/>
                    <a:p>
                      <a:pPr algn="ctr"/>
                      <a:r>
                        <a:rPr lang="nb-NO" sz="600" b="0" err="1">
                          <a:solidFill>
                            <a:schemeClr val="bg1"/>
                          </a:solidFill>
                        </a:rPr>
                        <a:t>Only</a:t>
                      </a:r>
                      <a:r>
                        <a:rPr lang="nb-NO" sz="600" b="0">
                          <a:solidFill>
                            <a:schemeClr val="bg1"/>
                          </a:solidFill>
                        </a:rPr>
                        <a:t> </a:t>
                      </a:r>
                      <a:r>
                        <a:rPr lang="nb-NO" sz="600" b="0" err="1">
                          <a:solidFill>
                            <a:schemeClr val="bg1"/>
                          </a:solidFill>
                        </a:rPr>
                        <a:t>use</a:t>
                      </a:r>
                      <a:r>
                        <a:rPr lang="nb-NO" sz="600" b="0">
                          <a:solidFill>
                            <a:schemeClr val="bg1"/>
                          </a:solidFill>
                        </a:rPr>
                        <a:t> </a:t>
                      </a:r>
                      <a:r>
                        <a:rPr lang="nb-NO" sz="600" b="0" err="1">
                          <a:solidFill>
                            <a:schemeClr val="bg1"/>
                          </a:solidFill>
                        </a:rPr>
                        <a:t>if</a:t>
                      </a:r>
                      <a:r>
                        <a:rPr lang="nb-NO" sz="600" b="0">
                          <a:solidFill>
                            <a:schemeClr val="bg1"/>
                          </a:solidFill>
                        </a:rPr>
                        <a:t> </a:t>
                      </a:r>
                      <a:r>
                        <a:rPr lang="nb-NO" sz="600" b="0" err="1">
                          <a:solidFill>
                            <a:schemeClr val="bg1"/>
                          </a:solidFill>
                        </a:rPr>
                        <a:t>necessary</a:t>
                      </a:r>
                      <a:endParaRPr lang="en-GB" sz="600" b="0">
                        <a:solidFill>
                          <a:schemeClr val="bg1"/>
                        </a:solidFill>
                      </a:endParaRP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endParaRPr lang="en-GB"/>
                    </a:p>
                  </a:txBody>
                  <a:tcPr/>
                </a:tc>
                <a:tc hMerge="1">
                  <a:txBody>
                    <a:bodyPr/>
                    <a:lstStyle/>
                    <a:p>
                      <a:endParaRPr lang="en-GB" sz="600" b="0">
                        <a:solidFill>
                          <a:schemeClr val="bg1"/>
                        </a:solidFill>
                      </a:endParaRP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699491287"/>
                  </a:ext>
                </a:extLst>
              </a:tr>
            </a:tbl>
          </a:graphicData>
        </a:graphic>
      </p:graphicFrame>
    </p:spTree>
    <p:extLst>
      <p:ext uri="{BB962C8B-B14F-4D97-AF65-F5344CB8AC3E}">
        <p14:creationId xmlns:p14="http://schemas.microsoft.com/office/powerpoint/2010/main" val="1161360054"/>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68" r:id="rId3"/>
    <p:sldLayoutId id="2147483673" r:id="rId4"/>
    <p:sldLayoutId id="2147483679" r:id="rId5"/>
    <p:sldLayoutId id="2147483669" r:id="rId6"/>
    <p:sldLayoutId id="2147483678" r:id="rId7"/>
    <p:sldLayoutId id="2147483656" r:id="rId8"/>
    <p:sldLayoutId id="2147483680" r:id="rId9"/>
    <p:sldLayoutId id="2147483677" r:id="rId10"/>
    <p:sldLayoutId id="2147483657" r:id="rId11"/>
    <p:sldLayoutId id="2147483654" r:id="rId12"/>
    <p:sldLayoutId id="2147483655" r:id="rId13"/>
    <p:sldLayoutId id="2147483649" r:id="rId14"/>
    <p:sldLayoutId id="2147483665" r:id="rId15"/>
    <p:sldLayoutId id="2147483664" r:id="rId16"/>
    <p:sldLayoutId id="2147483676" r:id="rId17"/>
    <p:sldLayoutId id="2147483667" r:id="rId18"/>
    <p:sldLayoutId id="2147483660" r:id="rId19"/>
    <p:sldLayoutId id="2147483661" r:id="rId20"/>
    <p:sldLayoutId id="2147483671" r:id="rId21"/>
    <p:sldLayoutId id="2147483674" r:id="rId22"/>
  </p:sldLayoutIdLst>
  <p:hf hdr="0" ftr="0" dt="0"/>
  <p:txStyles>
    <p:titleStyle>
      <a:lvl1pPr algn="l" defTabSz="914400" rtl="0" eaLnBrk="1" latinLnBrk="0" hangingPunct="1">
        <a:lnSpc>
          <a:spcPct val="100000"/>
        </a:lnSpc>
        <a:spcBef>
          <a:spcPct val="0"/>
        </a:spcBef>
        <a:buNone/>
        <a:defRPr sz="2400" kern="1200">
          <a:solidFill>
            <a:srgbClr val="243746"/>
          </a:solidFill>
          <a:latin typeface="+mj-lt"/>
          <a:ea typeface="+mj-ea"/>
          <a:cs typeface="+mj-cs"/>
        </a:defRPr>
      </a:lvl1pPr>
    </p:titleStyle>
    <p:bodyStyle>
      <a:lvl1pPr marL="180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1pPr>
      <a:lvl2pPr marL="612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2pPr>
      <a:lvl3pPr marL="1044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3pPr>
      <a:lvl4pPr marL="1476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4pPr>
      <a:lvl5pPr marL="1908000" indent="-180000" algn="l" defTabSz="914400" rtl="0" eaLnBrk="1" latinLnBrk="0" hangingPunct="1">
        <a:lnSpc>
          <a:spcPct val="100000"/>
        </a:lnSpc>
        <a:spcBef>
          <a:spcPts val="0"/>
        </a:spcBef>
        <a:spcAft>
          <a:spcPts val="600"/>
        </a:spcAft>
        <a:buSzPct val="80000"/>
        <a:buFont typeface="Arial" panose="020B0604020202020204" pitchFamily="34" charset="0"/>
        <a:buChar char="•"/>
        <a:defRPr sz="1600" kern="1200" spc="0" baseline="0">
          <a:solidFill>
            <a:srgbClr val="243746"/>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7242" userDrawn="1">
          <p15:clr>
            <a:srgbClr val="F26B43"/>
          </p15:clr>
        </p15:guide>
        <p15:guide id="4" orient="horz" pos="516" userDrawn="1">
          <p15:clr>
            <a:srgbClr val="F26B43"/>
          </p15:clr>
        </p15:guide>
        <p15:guide id="6" orient="horz" pos="890" userDrawn="1">
          <p15:clr>
            <a:srgbClr val="F26B43"/>
          </p15:clr>
        </p15:guide>
        <p15:guide id="8" orient="horz" pos="1265" userDrawn="1">
          <p15:clr>
            <a:srgbClr val="F26B43"/>
          </p15:clr>
        </p15:guide>
        <p15:guide id="10" orient="horz" pos="1638" userDrawn="1">
          <p15:clr>
            <a:srgbClr val="F26B43"/>
          </p15:clr>
        </p15:guide>
        <p15:guide id="14" orient="horz" pos="2013" userDrawn="1">
          <p15:clr>
            <a:srgbClr val="F26B43"/>
          </p15:clr>
        </p15:guide>
        <p15:guide id="15" orient="horz" pos="2387" userDrawn="1">
          <p15:clr>
            <a:srgbClr val="F26B43"/>
          </p15:clr>
        </p15:guide>
        <p15:guide id="18" orient="horz" pos="2760" userDrawn="1">
          <p15:clr>
            <a:srgbClr val="F26B43"/>
          </p15:clr>
        </p15:guide>
        <p15:guide id="20" orient="horz" pos="3135" userDrawn="1">
          <p15:clr>
            <a:srgbClr val="F26B43"/>
          </p15:clr>
        </p15:guide>
        <p15:guide id="21" orient="horz" pos="3510" userDrawn="1">
          <p15:clr>
            <a:srgbClr val="F26B43"/>
          </p15:clr>
        </p15:guide>
        <p15:guide id="22" pos="6675" userDrawn="1">
          <p15:clr>
            <a:srgbClr val="F26B43"/>
          </p15:clr>
        </p15:guide>
        <p15:guide id="24" pos="6108" userDrawn="1">
          <p15:clr>
            <a:srgbClr val="F26B43"/>
          </p15:clr>
        </p15:guide>
        <p15:guide id="26" pos="5541" userDrawn="1">
          <p15:clr>
            <a:srgbClr val="F26B43"/>
          </p15:clr>
        </p15:guide>
        <p15:guide id="28" pos="4974" userDrawn="1">
          <p15:clr>
            <a:srgbClr val="F26B43"/>
          </p15:clr>
        </p15:guide>
        <p15:guide id="30" pos="4407" userDrawn="1">
          <p15:clr>
            <a:srgbClr val="F26B43"/>
          </p15:clr>
        </p15:guide>
        <p15:guide id="32" pos="3840" userDrawn="1">
          <p15:clr>
            <a:srgbClr val="F26B43"/>
          </p15:clr>
        </p15:guide>
        <p15:guide id="34" pos="3273" userDrawn="1">
          <p15:clr>
            <a:srgbClr val="F26B43"/>
          </p15:clr>
        </p15:guide>
        <p15:guide id="36" pos="2706" userDrawn="1">
          <p15:clr>
            <a:srgbClr val="F26B43"/>
          </p15:clr>
        </p15:guide>
        <p15:guide id="38" pos="2139" userDrawn="1">
          <p15:clr>
            <a:srgbClr val="F26B43"/>
          </p15:clr>
        </p15:guide>
        <p15:guide id="40" pos="1572" userDrawn="1">
          <p15:clr>
            <a:srgbClr val="F26B43"/>
          </p15:clr>
        </p15:guide>
        <p15:guide id="42" pos="1005" userDrawn="1">
          <p15:clr>
            <a:srgbClr val="F26B43"/>
          </p15:clr>
        </p15:guide>
        <p15:guide id="43" orient="horz" pos="3884" userDrawn="1">
          <p15:clr>
            <a:srgbClr val="F26B43"/>
          </p15:clr>
        </p15:guide>
        <p15:guide id="44" orient="horz" pos="410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E90BF16-7070-4A95-9AEF-55DBC958E75E}"/>
              </a:ext>
            </a:extLst>
          </p:cNvPr>
          <p:cNvSpPr txBox="1">
            <a:spLocks/>
          </p:cNvSpPr>
          <p:nvPr userDrawn="1"/>
        </p:nvSpPr>
        <p:spPr>
          <a:xfrm>
            <a:off x="695325" y="811227"/>
            <a:ext cx="10801350" cy="1145313"/>
          </a:xfrm>
          <a:prstGeom prst="rect">
            <a:avLst/>
          </a:prstGeom>
        </p:spPr>
        <p:txBody>
          <a:bodyPr vert="horz" lIns="0" tIns="252000" rIns="0" bIns="144000" rtlCol="0" anchor="t">
            <a:no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400" b="0" i="0" u="none" strike="noStrike" kern="1200" cap="none" spc="0" normalizeH="0" baseline="0" noProof="0">
                <a:ln>
                  <a:noFill/>
                </a:ln>
                <a:solidFill>
                  <a:srgbClr val="243746"/>
                </a:solidFill>
                <a:effectLst/>
                <a:uLnTx/>
                <a:uFillTx/>
                <a:latin typeface="+mj-lt"/>
                <a:ea typeface="+mj-ea"/>
                <a:cs typeface="+mj-cs"/>
              </a:rPr>
              <a:t>Embedded fonts</a:t>
            </a:r>
          </a:p>
        </p:txBody>
      </p:sp>
      <p:sp>
        <p:nvSpPr>
          <p:cNvPr id="9" name="TextBox 8">
            <a:extLst>
              <a:ext uri="{FF2B5EF4-FFF2-40B4-BE49-F238E27FC236}">
                <a16:creationId xmlns:a16="http://schemas.microsoft.com/office/drawing/2014/main" id="{B372C405-F956-4F94-95E2-A22E0C6C22EA}"/>
              </a:ext>
            </a:extLst>
          </p:cNvPr>
          <p:cNvSpPr txBox="1"/>
          <p:nvPr userDrawn="1"/>
        </p:nvSpPr>
        <p:spPr>
          <a:xfrm>
            <a:off x="666964" y="1609946"/>
            <a:ext cx="3444240" cy="2523768"/>
          </a:xfrm>
          <a:prstGeom prst="rect">
            <a:avLst/>
          </a:prstGeom>
          <a:noFill/>
        </p:spPr>
        <p:txBody>
          <a:bodyPr wrap="square" rtlCol="0">
            <a:spAutoFit/>
          </a:bodyPr>
          <a:lstStyle/>
          <a:p>
            <a:r>
              <a:rPr lang="en-GB" sz="1400" u="sng" noProof="0">
                <a:solidFill>
                  <a:srgbClr val="243746"/>
                </a:solidFill>
                <a:latin typeface="Equinor Medium" panose="020B0603050302040203" pitchFamily="34" charset="0"/>
              </a:rPr>
              <a:t>Font faces:</a:t>
            </a:r>
            <a:br>
              <a:rPr lang="en-GB" sz="1400" u="sng" noProof="0">
                <a:solidFill>
                  <a:srgbClr val="243746"/>
                </a:solidFill>
                <a:latin typeface="Equinor Medium" panose="020B0603050302040203" pitchFamily="34" charset="0"/>
              </a:rPr>
            </a:br>
            <a:endParaRPr lang="en-GB" sz="1400" u="sng" noProof="0">
              <a:solidFill>
                <a:srgbClr val="243746"/>
              </a:solidFill>
              <a:latin typeface="Equinor Medium" panose="020B0603050302040203" pitchFamily="34" charset="0"/>
            </a:endParaRPr>
          </a:p>
          <a:p>
            <a:r>
              <a:rPr lang="en-GB" sz="1400" noProof="0">
                <a:solidFill>
                  <a:srgbClr val="243746"/>
                </a:solidFill>
                <a:latin typeface="Equinor Light" panose="020B0303050302040203" pitchFamily="34" charset="0"/>
              </a:rPr>
              <a:t>Equinor Light</a:t>
            </a:r>
          </a:p>
          <a:p>
            <a:r>
              <a:rPr lang="en-GB" sz="1400" i="1" noProof="0">
                <a:solidFill>
                  <a:srgbClr val="243746"/>
                </a:solidFill>
                <a:latin typeface="Equinor Light" panose="020B0303050302040203" pitchFamily="34" charset="0"/>
              </a:rPr>
              <a:t>Equinor Light Italic</a:t>
            </a:r>
          </a:p>
          <a:p>
            <a:r>
              <a:rPr lang="en-GB" sz="1400" noProof="0">
                <a:solidFill>
                  <a:srgbClr val="243746"/>
                </a:solidFill>
                <a:latin typeface="Equinor" panose="020B0503050302040203" pitchFamily="34" charset="0"/>
              </a:rPr>
              <a:t>Equinor</a:t>
            </a:r>
            <a:r>
              <a:rPr lang="en-GB" sz="1400" noProof="0">
                <a:solidFill>
                  <a:srgbClr val="243746"/>
                </a:solidFill>
                <a:latin typeface="Equinor Medium" panose="020B0603050302040203" pitchFamily="34" charset="0"/>
              </a:rPr>
              <a:t> </a:t>
            </a:r>
          </a:p>
          <a:p>
            <a:r>
              <a:rPr lang="en-GB" sz="1400" i="1" noProof="0">
                <a:solidFill>
                  <a:srgbClr val="243746"/>
                </a:solidFill>
                <a:latin typeface="Equinor" panose="020B0503050302040203" pitchFamily="34" charset="0"/>
              </a:rPr>
              <a:t>Equinor Italic</a:t>
            </a:r>
          </a:p>
          <a:p>
            <a:r>
              <a:rPr lang="en-GB" sz="1400" noProof="0">
                <a:solidFill>
                  <a:srgbClr val="243746"/>
                </a:solidFill>
                <a:latin typeface="Equinor Medium" panose="020B0603050302040203" pitchFamily="34" charset="0"/>
              </a:rPr>
              <a:t>Equinor Medium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noProof="0">
                <a:solidFill>
                  <a:srgbClr val="243746"/>
                </a:solidFill>
                <a:latin typeface="Equinor Medium" panose="020B0603050302040203" pitchFamily="34" charset="0"/>
              </a:rPr>
              <a:t>Equinor Medium Italic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noProof="0">
                <a:solidFill>
                  <a:srgbClr val="243746"/>
                </a:solidFill>
                <a:latin typeface="Equinor" panose="020B0503050302040203" pitchFamily="34" charset="0"/>
              </a:rPr>
              <a:t>Equinor Bold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i="1" noProof="0">
                <a:solidFill>
                  <a:srgbClr val="243746"/>
                </a:solidFill>
                <a:latin typeface="Equinor" panose="020B0503050302040203" pitchFamily="34" charset="0"/>
              </a:rPr>
              <a:t>Equinor Bold Italic</a:t>
            </a:r>
          </a:p>
          <a:p>
            <a:endParaRPr lang="en-GB" noProof="0">
              <a:solidFill>
                <a:srgbClr val="243746"/>
              </a:solidFill>
              <a:latin typeface="Equinor Medium" panose="020B0603050302040203" pitchFamily="34" charset="0"/>
            </a:endParaRPr>
          </a:p>
        </p:txBody>
      </p:sp>
    </p:spTree>
    <p:extLst>
      <p:ext uri="{BB962C8B-B14F-4D97-AF65-F5344CB8AC3E}">
        <p14:creationId xmlns:p14="http://schemas.microsoft.com/office/powerpoint/2010/main" val="3758912119"/>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65058F-D6D4-F739-F9BA-7077FCCDF26E}"/>
              </a:ext>
              <a:ext uri="{C183D7F6-B498-43B3-948B-1728B52AA6E4}">
                <adec:decorative xmlns:adec="http://schemas.microsoft.com/office/drawing/2017/decorative" val="1"/>
              </a:ext>
            </a:extLst>
          </p:cNvPr>
          <p:cNvPicPr>
            <a:picLocks noChangeAspect="1"/>
          </p:cNvPicPr>
          <p:nvPr/>
        </p:nvPicPr>
        <p:blipFill>
          <a:blip r:embed="rId2">
            <a:alphaModFix amt="50000"/>
          </a:blip>
          <a:stretch>
            <a:fillRect/>
          </a:stretch>
        </p:blipFill>
        <p:spPr>
          <a:xfrm>
            <a:off x="-18256" y="-769776"/>
            <a:ext cx="12353325" cy="8397551"/>
          </a:xfrm>
          <a:prstGeom prst="rect">
            <a:avLst/>
          </a:prstGeom>
        </p:spPr>
      </p:pic>
      <p:sp>
        <p:nvSpPr>
          <p:cNvPr id="4" name="Title 3">
            <a:extLst>
              <a:ext uri="{FF2B5EF4-FFF2-40B4-BE49-F238E27FC236}">
                <a16:creationId xmlns:a16="http://schemas.microsoft.com/office/drawing/2014/main" id="{A4F2A748-5CD2-4655-842D-29DA34E2242E}"/>
              </a:ext>
            </a:extLst>
          </p:cNvPr>
          <p:cNvSpPr>
            <a:spLocks noGrp="1"/>
          </p:cNvSpPr>
          <p:nvPr>
            <p:ph type="ctrTitle"/>
          </p:nvPr>
        </p:nvSpPr>
        <p:spPr/>
        <p:txBody>
          <a:bodyPr/>
          <a:lstStyle/>
          <a:p>
            <a:r>
              <a:rPr lang="en-US" b="1"/>
              <a:t>Equinor Presents: Industrial AI Hackathon 2026</a:t>
            </a:r>
            <a:endParaRPr lang="en-GB"/>
          </a:p>
        </p:txBody>
      </p:sp>
    </p:spTree>
    <p:extLst>
      <p:ext uri="{BB962C8B-B14F-4D97-AF65-F5344CB8AC3E}">
        <p14:creationId xmlns:p14="http://schemas.microsoft.com/office/powerpoint/2010/main" val="4007871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1B1D4-F671-46E7-BB3C-7079309D62DE}"/>
              </a:ext>
            </a:extLst>
          </p:cNvPr>
          <p:cNvSpPr>
            <a:spLocks noGrp="1"/>
          </p:cNvSpPr>
          <p:nvPr>
            <p:ph type="title"/>
          </p:nvPr>
        </p:nvSpPr>
        <p:spPr>
          <a:xfrm>
            <a:off x="1360733" y="820801"/>
            <a:ext cx="10125210" cy="592073"/>
          </a:xfrm>
        </p:spPr>
        <p:txBody>
          <a:bodyPr/>
          <a:lstStyle/>
          <a:p>
            <a:r>
              <a:rPr lang="en-GB"/>
              <a:t>Agenda</a:t>
            </a:r>
          </a:p>
        </p:txBody>
      </p:sp>
      <p:sp>
        <p:nvSpPr>
          <p:cNvPr id="3" name="Content Placeholder 2">
            <a:extLst>
              <a:ext uri="{FF2B5EF4-FFF2-40B4-BE49-F238E27FC236}">
                <a16:creationId xmlns:a16="http://schemas.microsoft.com/office/drawing/2014/main" id="{B883B944-D897-424B-A9CF-628C8B3BA8F5}"/>
              </a:ext>
            </a:extLst>
          </p:cNvPr>
          <p:cNvSpPr>
            <a:spLocks noGrp="1"/>
          </p:cNvSpPr>
          <p:nvPr>
            <p:ph idx="1"/>
          </p:nvPr>
        </p:nvSpPr>
        <p:spPr>
          <a:xfrm>
            <a:off x="1363768" y="1800000"/>
            <a:ext cx="10123909" cy="4355904"/>
          </a:xfrm>
        </p:spPr>
        <p:txBody>
          <a:bodyPr vert="horz" lIns="0" tIns="0" rIns="0" bIns="0" rtlCol="0" anchor="t">
            <a:noAutofit/>
          </a:bodyPr>
          <a:lstStyle/>
          <a:p>
            <a:pPr marL="0" indent="0">
              <a:buNone/>
            </a:pPr>
            <a:r>
              <a:rPr lang="en-GB" b="1"/>
              <a:t>Thursday</a:t>
            </a:r>
          </a:p>
          <a:p>
            <a:pPr marL="0" indent="0">
              <a:buNone/>
            </a:pPr>
            <a:r>
              <a:rPr lang="en-GB"/>
              <a:t>14:00 Introduction</a:t>
            </a:r>
          </a:p>
          <a:p>
            <a:pPr marL="0" indent="0">
              <a:buNone/>
            </a:pPr>
            <a:r>
              <a:rPr lang="en-GB"/>
              <a:t>17:00 Pizza!</a:t>
            </a:r>
          </a:p>
          <a:p>
            <a:pPr marL="0" indent="0">
              <a:buNone/>
            </a:pPr>
            <a:r>
              <a:rPr lang="en-GB"/>
              <a:t>19:00 End day 1</a:t>
            </a:r>
          </a:p>
          <a:p>
            <a:pPr marL="0" indent="0">
              <a:buNone/>
            </a:pPr>
            <a:endParaRPr lang="en-GB"/>
          </a:p>
          <a:p>
            <a:pPr marL="0" indent="0">
              <a:buNone/>
            </a:pPr>
            <a:r>
              <a:rPr lang="en-GB" b="1"/>
              <a:t>Friday</a:t>
            </a:r>
          </a:p>
          <a:p>
            <a:pPr marL="0" indent="0">
              <a:buNone/>
            </a:pPr>
            <a:r>
              <a:rPr lang="en-GB"/>
              <a:t>08:00 Start day 2</a:t>
            </a:r>
          </a:p>
          <a:p>
            <a:pPr marL="0" indent="0">
              <a:buNone/>
            </a:pPr>
            <a:r>
              <a:rPr lang="en-GB">
                <a:ea typeface="Verdana"/>
              </a:rPr>
              <a:t>11:00 Lunch</a:t>
            </a:r>
          </a:p>
          <a:p>
            <a:pPr marL="0" indent="0">
              <a:buNone/>
            </a:pPr>
            <a:r>
              <a:rPr lang="en-GB"/>
              <a:t>14:00 Demo and awards</a:t>
            </a:r>
          </a:p>
          <a:p>
            <a:pPr marL="0" indent="0">
              <a:buNone/>
            </a:pPr>
            <a:r>
              <a:rPr lang="en-GB"/>
              <a:t>15:00 End</a:t>
            </a:r>
          </a:p>
          <a:p>
            <a:pPr marL="0" indent="0">
              <a:buNone/>
            </a:pPr>
            <a:endParaRPr lang="en-GB"/>
          </a:p>
        </p:txBody>
      </p:sp>
      <p:sp>
        <p:nvSpPr>
          <p:cNvPr id="5" name="Slide Number Placeholder 4">
            <a:extLst>
              <a:ext uri="{FF2B5EF4-FFF2-40B4-BE49-F238E27FC236}">
                <a16:creationId xmlns:a16="http://schemas.microsoft.com/office/drawing/2014/main" id="{1C034952-2E6D-4DDE-BA67-D752CA7ED0B4}"/>
              </a:ext>
            </a:extLst>
          </p:cNvPr>
          <p:cNvSpPr>
            <a:spLocks noGrp="1"/>
          </p:cNvSpPr>
          <p:nvPr>
            <p:ph type="sldNum" sz="quarter" idx="12"/>
          </p:nvPr>
        </p:nvSpPr>
        <p:spPr/>
        <p:txBody>
          <a:bodyPr/>
          <a:lstStyle/>
          <a:p>
            <a:fld id="{5D1E5300-FC0F-4317-A193-EF6CE9E6F7B5}" type="slidenum">
              <a:rPr lang="en-GB" noProof="0" smtClean="0"/>
              <a:pPr/>
              <a:t>2</a:t>
            </a:fld>
            <a:r>
              <a:rPr lang="en-GB" noProof="0"/>
              <a:t>  |  </a:t>
            </a:r>
          </a:p>
        </p:txBody>
      </p:sp>
    </p:spTree>
    <p:extLst>
      <p:ext uri="{BB962C8B-B14F-4D97-AF65-F5344CB8AC3E}">
        <p14:creationId xmlns:p14="http://schemas.microsoft.com/office/powerpoint/2010/main" val="327394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594BB-ADB3-46AF-7E4C-02DA194AA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EAEAE6-DF02-EA39-6FC2-358B5342B0B5}"/>
              </a:ext>
            </a:extLst>
          </p:cNvPr>
          <p:cNvSpPr>
            <a:spLocks noGrp="1"/>
          </p:cNvSpPr>
          <p:nvPr>
            <p:ph type="title"/>
          </p:nvPr>
        </p:nvSpPr>
        <p:spPr>
          <a:xfrm>
            <a:off x="1360733" y="820801"/>
            <a:ext cx="10125210" cy="592073"/>
          </a:xfrm>
        </p:spPr>
        <p:txBody>
          <a:bodyPr/>
          <a:lstStyle/>
          <a:p>
            <a:r>
              <a:rPr lang="en-GB"/>
              <a:t>Introduction</a:t>
            </a:r>
          </a:p>
        </p:txBody>
      </p:sp>
      <p:sp>
        <p:nvSpPr>
          <p:cNvPr id="3" name="Content Placeholder 2">
            <a:extLst>
              <a:ext uri="{FF2B5EF4-FFF2-40B4-BE49-F238E27FC236}">
                <a16:creationId xmlns:a16="http://schemas.microsoft.com/office/drawing/2014/main" id="{1437DBC1-474C-4E5F-3184-68B052BB36FE}"/>
              </a:ext>
            </a:extLst>
          </p:cNvPr>
          <p:cNvSpPr>
            <a:spLocks noGrp="1"/>
          </p:cNvSpPr>
          <p:nvPr>
            <p:ph idx="1"/>
          </p:nvPr>
        </p:nvSpPr>
        <p:spPr>
          <a:xfrm>
            <a:off x="4797590" y="1800000"/>
            <a:ext cx="6690087" cy="4355904"/>
          </a:xfrm>
        </p:spPr>
        <p:txBody>
          <a:bodyPr vert="horz" lIns="0" tIns="0" rIns="0" bIns="0" rtlCol="0" anchor="t">
            <a:noAutofit/>
          </a:bodyPr>
          <a:lstStyle/>
          <a:p>
            <a:pPr marL="0" indent="0">
              <a:buNone/>
            </a:pPr>
            <a:endParaRPr lang="en-GB">
              <a:ea typeface="Verdana"/>
            </a:endParaRPr>
          </a:p>
          <a:p>
            <a:pPr marL="0" indent="0">
              <a:buNone/>
            </a:pPr>
            <a:endParaRPr lang="en-GB">
              <a:ea typeface="Verdana"/>
            </a:endParaRPr>
          </a:p>
          <a:p>
            <a:pPr marL="0" indent="0">
              <a:buNone/>
            </a:pPr>
            <a:r>
              <a:rPr lang="en-GB">
                <a:ea typeface="Verdana"/>
              </a:rPr>
              <a:t>Women in AI Norway is a national chapter of the global Women in AI organization.</a:t>
            </a:r>
            <a:endParaRPr lang="en-US">
              <a:ea typeface="Verdana"/>
            </a:endParaRPr>
          </a:p>
          <a:p>
            <a:pPr marL="0" indent="0">
              <a:buNone/>
            </a:pPr>
            <a:r>
              <a:rPr lang="en-US">
                <a:ea typeface="Verdana"/>
              </a:rPr>
              <a:t>Our mission is to </a:t>
            </a:r>
            <a:r>
              <a:rPr lang="en-US">
                <a:latin typeface="Equinor"/>
                <a:ea typeface="Verdana"/>
              </a:rPr>
              <a:t>ensure that women are equally represented and actively involved in the development of AI technologies through initiatives that include education, training, networking, and mentoring events, fostering an inclusive environment where women can thrive and contribute meaningfully to the future of AI.</a:t>
            </a:r>
            <a:endParaRPr lang="en-US">
              <a:ea typeface="Verdana"/>
            </a:endParaRPr>
          </a:p>
          <a:p>
            <a:pPr marL="0" indent="0">
              <a:buNone/>
            </a:pPr>
            <a:endParaRPr lang="en-US"/>
          </a:p>
          <a:p>
            <a:pPr marL="0" indent="0">
              <a:buNone/>
            </a:pPr>
            <a:r>
              <a:rPr lang="en-US">
                <a:ea typeface="Verdana"/>
              </a:rPr>
              <a:t>We have active collaborations with companies and organizations across Norway and this event is hosted by Equinor and supported by Aker Solutions. </a:t>
            </a:r>
            <a:br>
              <a:rPr lang="en-US"/>
            </a:br>
            <a:endParaRPr lang="en-US"/>
          </a:p>
          <a:p>
            <a:pPr marL="0" indent="0">
              <a:buNone/>
            </a:pPr>
            <a:endParaRPr lang="en-US"/>
          </a:p>
          <a:p>
            <a:pPr marL="0" indent="0">
              <a:buNone/>
            </a:pPr>
            <a:br>
              <a:rPr lang="en-US"/>
            </a:br>
            <a:br>
              <a:rPr lang="en-US"/>
            </a:br>
            <a:endParaRPr lang="en-US" b="1"/>
          </a:p>
        </p:txBody>
      </p:sp>
      <p:sp>
        <p:nvSpPr>
          <p:cNvPr id="5" name="Slide Number Placeholder 4">
            <a:extLst>
              <a:ext uri="{FF2B5EF4-FFF2-40B4-BE49-F238E27FC236}">
                <a16:creationId xmlns:a16="http://schemas.microsoft.com/office/drawing/2014/main" id="{80AC160D-94C9-D68B-BEA5-E658C043AC3C}"/>
              </a:ext>
            </a:extLst>
          </p:cNvPr>
          <p:cNvSpPr>
            <a:spLocks noGrp="1"/>
          </p:cNvSpPr>
          <p:nvPr>
            <p:ph type="sldNum" sz="quarter" idx="12"/>
          </p:nvPr>
        </p:nvSpPr>
        <p:spPr/>
        <p:txBody>
          <a:bodyPr/>
          <a:lstStyle/>
          <a:p>
            <a:fld id="{5D1E5300-FC0F-4317-A193-EF6CE9E6F7B5}" type="slidenum">
              <a:rPr lang="en-GB" noProof="0" smtClean="0"/>
              <a:pPr/>
              <a:t>3</a:t>
            </a:fld>
            <a:r>
              <a:rPr lang="en-GB" noProof="0"/>
              <a:t>  |  </a:t>
            </a:r>
          </a:p>
        </p:txBody>
      </p:sp>
      <p:pic>
        <p:nvPicPr>
          <p:cNvPr id="4" name="Picture 3">
            <a:extLst>
              <a:ext uri="{FF2B5EF4-FFF2-40B4-BE49-F238E27FC236}">
                <a16:creationId xmlns:a16="http://schemas.microsoft.com/office/drawing/2014/main" id="{98180C77-F41B-3844-1862-719C951007CC}"/>
              </a:ext>
            </a:extLst>
          </p:cNvPr>
          <p:cNvPicPr>
            <a:picLocks noChangeAspect="1"/>
          </p:cNvPicPr>
          <p:nvPr/>
        </p:nvPicPr>
        <p:blipFill>
          <a:blip r:embed="rId2"/>
          <a:stretch>
            <a:fillRect/>
          </a:stretch>
        </p:blipFill>
        <p:spPr>
          <a:xfrm>
            <a:off x="1055003" y="2458515"/>
            <a:ext cx="3372090" cy="2196041"/>
          </a:xfrm>
          <a:prstGeom prst="rect">
            <a:avLst/>
          </a:prstGeom>
        </p:spPr>
      </p:pic>
    </p:spTree>
    <p:extLst>
      <p:ext uri="{BB962C8B-B14F-4D97-AF65-F5344CB8AC3E}">
        <p14:creationId xmlns:p14="http://schemas.microsoft.com/office/powerpoint/2010/main" val="4032997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3D557-AA5D-940E-9494-E427DA4B5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37B29-D42F-B097-A08D-869511A5FD3F}"/>
              </a:ext>
            </a:extLst>
          </p:cNvPr>
          <p:cNvSpPr>
            <a:spLocks noGrp="1"/>
          </p:cNvSpPr>
          <p:nvPr>
            <p:ph type="title"/>
          </p:nvPr>
        </p:nvSpPr>
        <p:spPr>
          <a:xfrm>
            <a:off x="1629043" y="820801"/>
            <a:ext cx="9856900" cy="592073"/>
          </a:xfrm>
        </p:spPr>
        <p:txBody>
          <a:bodyPr/>
          <a:lstStyle/>
          <a:p>
            <a:r>
              <a:rPr lang="en-GB"/>
              <a:t>Practical information</a:t>
            </a:r>
          </a:p>
        </p:txBody>
      </p:sp>
      <p:sp>
        <p:nvSpPr>
          <p:cNvPr id="3" name="Content Placeholder 2">
            <a:extLst>
              <a:ext uri="{FF2B5EF4-FFF2-40B4-BE49-F238E27FC236}">
                <a16:creationId xmlns:a16="http://schemas.microsoft.com/office/drawing/2014/main" id="{B53260FD-490A-EFAA-8832-26E68278C816}"/>
              </a:ext>
            </a:extLst>
          </p:cNvPr>
          <p:cNvSpPr>
            <a:spLocks noGrp="1"/>
          </p:cNvSpPr>
          <p:nvPr>
            <p:ph idx="1"/>
          </p:nvPr>
        </p:nvSpPr>
        <p:spPr>
          <a:xfrm>
            <a:off x="1632078" y="1604866"/>
            <a:ext cx="9855599" cy="4990904"/>
          </a:xfrm>
        </p:spPr>
        <p:txBody>
          <a:bodyPr vert="horz" lIns="0" tIns="0" rIns="0" bIns="0" rtlCol="0" anchor="t">
            <a:noAutofit/>
          </a:bodyPr>
          <a:lstStyle/>
          <a:p>
            <a:pPr marL="0" indent="0">
              <a:buNone/>
            </a:pPr>
            <a:r>
              <a:rPr lang="en-GB" b="1"/>
              <a:t>Safety</a:t>
            </a:r>
          </a:p>
          <a:p>
            <a:pPr marL="179705" indent="-179705"/>
            <a:r>
              <a:rPr lang="en-GB"/>
              <a:t>No planned fire drills</a:t>
            </a:r>
          </a:p>
          <a:p>
            <a:pPr marL="179705" indent="-179705"/>
            <a:r>
              <a:rPr lang="en-GB"/>
              <a:t>Please do not roam the building</a:t>
            </a:r>
          </a:p>
          <a:p>
            <a:pPr marL="0" indent="0">
              <a:buNone/>
            </a:pPr>
            <a:endParaRPr lang="en-GB" b="1"/>
          </a:p>
          <a:p>
            <a:pPr marL="0" indent="0">
              <a:buNone/>
            </a:pPr>
            <a:r>
              <a:rPr lang="en-GB" b="1"/>
              <a:t>Food and drinks</a:t>
            </a:r>
          </a:p>
          <a:p>
            <a:pPr marL="179705" indent="-179705"/>
            <a:r>
              <a:rPr lang="en-GB"/>
              <a:t>Have some snacks and drinks in the back</a:t>
            </a:r>
          </a:p>
          <a:p>
            <a:pPr marL="179705" indent="-179705"/>
            <a:r>
              <a:rPr lang="en-GB">
                <a:ea typeface="Verdana"/>
              </a:rPr>
              <a:t>Breakfast &amp; Lunch will be provided on Friday</a:t>
            </a:r>
          </a:p>
          <a:p>
            <a:pPr marL="0" indent="0">
              <a:buNone/>
            </a:pPr>
            <a:endParaRPr lang="en-GB"/>
          </a:p>
          <a:p>
            <a:pPr marL="0" indent="0">
              <a:buNone/>
            </a:pPr>
            <a:r>
              <a:rPr lang="en-GB" b="1"/>
              <a:t>Practicalities</a:t>
            </a:r>
          </a:p>
          <a:p>
            <a:pPr marL="179705" indent="-179705"/>
            <a:r>
              <a:rPr lang="en-GB"/>
              <a:t>Bathroom locations</a:t>
            </a:r>
          </a:p>
          <a:p>
            <a:pPr marL="179705" indent="-179705"/>
            <a:r>
              <a:rPr lang="en-GB" err="1">
                <a:ea typeface="Verdana"/>
              </a:rPr>
              <a:t>WiFi</a:t>
            </a:r>
            <a:r>
              <a:rPr lang="en-GB">
                <a:ea typeface="Verdana"/>
              </a:rPr>
              <a:t>: </a:t>
            </a:r>
            <a:endParaRPr lang="en-GB"/>
          </a:p>
          <a:p>
            <a:pPr marL="1043940" lvl="2" indent="-179705">
              <a:buFont typeface="Wingdings" panose="020B0604020202020204" pitchFamily="34" charset="0"/>
              <a:buChar char="§"/>
            </a:pPr>
            <a:r>
              <a:rPr lang="en-GB">
                <a:ea typeface="Verdana"/>
              </a:rPr>
              <a:t>Network: Equinor-Internet</a:t>
            </a:r>
            <a:endParaRPr lang="en-GB"/>
          </a:p>
          <a:p>
            <a:pPr marL="1043940" lvl="2" indent="-179705">
              <a:buFont typeface="Wingdings" panose="020B0604020202020204" pitchFamily="34" charset="0"/>
              <a:buChar char="§"/>
            </a:pPr>
            <a:r>
              <a:rPr lang="en-GB">
                <a:ea typeface="Verdana"/>
              </a:rPr>
              <a:t>Username: Last Name</a:t>
            </a:r>
            <a:endParaRPr lang="en-GB"/>
          </a:p>
          <a:p>
            <a:pPr marL="1043940" lvl="2" indent="-179705">
              <a:buFont typeface="Wingdings" panose="020B0604020202020204" pitchFamily="34" charset="0"/>
              <a:buChar char="§"/>
            </a:pPr>
            <a:r>
              <a:rPr lang="en-GB">
                <a:ea typeface="Verdana"/>
              </a:rPr>
              <a:t>Password: *9-digit number on the right bottom of your guest ID*</a:t>
            </a:r>
            <a:endParaRPr lang="en-GB">
              <a:solidFill>
                <a:srgbClr val="000000"/>
              </a:solidFill>
            </a:endParaRPr>
          </a:p>
          <a:p>
            <a:pPr marL="431800" lvl="1" indent="0">
              <a:buNone/>
            </a:pPr>
            <a:r>
              <a:rPr lang="en-GB">
                <a:ea typeface="Verdana"/>
              </a:rPr>
              <a:t>For any other questions just ask the organisers! - The ones in the</a:t>
            </a:r>
            <a:r>
              <a:rPr lang="en-GB">
                <a:solidFill>
                  <a:srgbClr val="FF0000"/>
                </a:solidFill>
                <a:ea typeface="Verdana"/>
              </a:rPr>
              <a:t> red </a:t>
            </a:r>
            <a:r>
              <a:rPr lang="en-GB">
                <a:ea typeface="Verdana"/>
              </a:rPr>
              <a:t>tee-shirts </a:t>
            </a:r>
            <a:endParaRPr lang="en-GB">
              <a:solidFill>
                <a:srgbClr val="000000"/>
              </a:solidFill>
            </a:endParaRPr>
          </a:p>
          <a:p>
            <a:pPr marL="431800" lvl="1" indent="0">
              <a:buNone/>
            </a:pPr>
            <a:endParaRPr lang="en-GB"/>
          </a:p>
          <a:p>
            <a:pPr marL="0" indent="0">
              <a:buNone/>
            </a:pPr>
            <a:endParaRPr lang="en-GB"/>
          </a:p>
          <a:p>
            <a:pPr marL="0" indent="0">
              <a:buNone/>
            </a:pPr>
            <a:endParaRPr lang="en-GB"/>
          </a:p>
          <a:p>
            <a:pPr marL="0" indent="0">
              <a:buNone/>
            </a:pPr>
            <a:endParaRPr lang="en-GB"/>
          </a:p>
        </p:txBody>
      </p:sp>
      <p:sp>
        <p:nvSpPr>
          <p:cNvPr id="5" name="Slide Number Placeholder 4">
            <a:extLst>
              <a:ext uri="{FF2B5EF4-FFF2-40B4-BE49-F238E27FC236}">
                <a16:creationId xmlns:a16="http://schemas.microsoft.com/office/drawing/2014/main" id="{DBED7645-42A1-37A5-3E68-8DF3C20D44B0}"/>
              </a:ext>
            </a:extLst>
          </p:cNvPr>
          <p:cNvSpPr>
            <a:spLocks noGrp="1"/>
          </p:cNvSpPr>
          <p:nvPr>
            <p:ph type="sldNum" sz="quarter" idx="12"/>
          </p:nvPr>
        </p:nvSpPr>
        <p:spPr/>
        <p:txBody>
          <a:bodyPr/>
          <a:lstStyle/>
          <a:p>
            <a:fld id="{5D1E5300-FC0F-4317-A193-EF6CE9E6F7B5}" type="slidenum">
              <a:rPr lang="en-GB" noProof="0" smtClean="0"/>
              <a:pPr/>
              <a:t>4</a:t>
            </a:fld>
            <a:r>
              <a:rPr lang="en-GB" noProof="0"/>
              <a:t>  |  </a:t>
            </a:r>
          </a:p>
        </p:txBody>
      </p:sp>
    </p:spTree>
    <p:extLst>
      <p:ext uri="{BB962C8B-B14F-4D97-AF65-F5344CB8AC3E}">
        <p14:creationId xmlns:p14="http://schemas.microsoft.com/office/powerpoint/2010/main" val="505953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E5D76-1503-3A46-4FBC-E20C3C9AE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C9E1D-F61F-EA38-65C5-54E43FF4C7B6}"/>
              </a:ext>
            </a:extLst>
          </p:cNvPr>
          <p:cNvSpPr>
            <a:spLocks noGrp="1"/>
          </p:cNvSpPr>
          <p:nvPr>
            <p:ph type="title"/>
          </p:nvPr>
        </p:nvSpPr>
        <p:spPr>
          <a:xfrm>
            <a:off x="1693437" y="820801"/>
            <a:ext cx="9792506" cy="592073"/>
          </a:xfrm>
        </p:spPr>
        <p:txBody>
          <a:bodyPr/>
          <a:lstStyle/>
          <a:p>
            <a:r>
              <a:rPr lang="en-GB"/>
              <a:t>Presentations / demo</a:t>
            </a:r>
          </a:p>
        </p:txBody>
      </p:sp>
      <p:sp>
        <p:nvSpPr>
          <p:cNvPr id="3" name="Content Placeholder 2">
            <a:extLst>
              <a:ext uri="{FF2B5EF4-FFF2-40B4-BE49-F238E27FC236}">
                <a16:creationId xmlns:a16="http://schemas.microsoft.com/office/drawing/2014/main" id="{32A62AE7-20B0-94AE-2A68-643E23F9AF28}"/>
              </a:ext>
            </a:extLst>
          </p:cNvPr>
          <p:cNvSpPr>
            <a:spLocks noGrp="1"/>
          </p:cNvSpPr>
          <p:nvPr>
            <p:ph idx="1"/>
          </p:nvPr>
        </p:nvSpPr>
        <p:spPr>
          <a:xfrm>
            <a:off x="1696472" y="1799999"/>
            <a:ext cx="9791205" cy="4796187"/>
          </a:xfrm>
        </p:spPr>
        <p:txBody>
          <a:bodyPr vert="horz" lIns="0" tIns="0" rIns="0" bIns="0" rtlCol="0" anchor="t">
            <a:noAutofit/>
          </a:bodyPr>
          <a:lstStyle/>
          <a:p>
            <a:pPr marL="0" indent="0">
              <a:buNone/>
            </a:pPr>
            <a:r>
              <a:rPr lang="en-GB" b="1">
                <a:ea typeface="Verdana"/>
              </a:rPr>
              <a:t>First of all</a:t>
            </a:r>
          </a:p>
          <a:p>
            <a:pPr marL="179705" indent="-179705"/>
            <a:r>
              <a:rPr lang="en-GB"/>
              <a:t>No requirement to share code</a:t>
            </a:r>
          </a:p>
          <a:p>
            <a:pPr marL="179705" indent="-179705"/>
            <a:r>
              <a:rPr lang="en-GB"/>
              <a:t>No requirement to share data</a:t>
            </a:r>
          </a:p>
          <a:p>
            <a:endParaRPr lang="en-GB"/>
          </a:p>
          <a:p>
            <a:pPr marL="0" indent="0">
              <a:buNone/>
            </a:pPr>
            <a:r>
              <a:rPr lang="en-GB" b="1"/>
              <a:t>Presentation format</a:t>
            </a:r>
          </a:p>
          <a:p>
            <a:pPr marL="179705" indent="-179705"/>
            <a:r>
              <a:rPr lang="en-GB"/>
              <a:t>Practical demo of your solution aimed at senior leaders</a:t>
            </a:r>
          </a:p>
          <a:p>
            <a:pPr marL="611505" lvl="1" indent="-179705"/>
            <a:r>
              <a:rPr lang="en-GB"/>
              <a:t>Quick introduction of the problem</a:t>
            </a:r>
          </a:p>
          <a:p>
            <a:pPr marL="611505" lvl="1" indent="-179705"/>
            <a:r>
              <a:rPr lang="en-GB"/>
              <a:t>Hands on demo</a:t>
            </a:r>
          </a:p>
          <a:p>
            <a:pPr marL="179705" indent="-179705"/>
            <a:r>
              <a:rPr lang="en-GB">
                <a:ea typeface="Verdana"/>
              </a:rPr>
              <a:t>Three minutes time limit</a:t>
            </a:r>
          </a:p>
          <a:p>
            <a:endParaRPr lang="en-GB"/>
          </a:p>
          <a:p>
            <a:pPr marL="0" indent="0">
              <a:buNone/>
            </a:pPr>
            <a:r>
              <a:rPr lang="en-GB" b="1"/>
              <a:t>Judging criteria</a:t>
            </a:r>
          </a:p>
          <a:p>
            <a:pPr marL="179705" indent="-179705"/>
            <a:r>
              <a:rPr lang="en-GB"/>
              <a:t>Best presentation</a:t>
            </a:r>
          </a:p>
          <a:p>
            <a:pPr marL="179705" indent="-179705"/>
            <a:r>
              <a:rPr lang="en-GB"/>
              <a:t>Most creative idea</a:t>
            </a:r>
          </a:p>
          <a:p>
            <a:pPr marL="179705" indent="-179705"/>
            <a:r>
              <a:rPr lang="en-GB"/>
              <a:t>Most potential</a:t>
            </a:r>
          </a:p>
          <a:p>
            <a:pPr marL="0" indent="0">
              <a:buNone/>
            </a:pPr>
            <a:endParaRPr lang="en-GB" b="1"/>
          </a:p>
          <a:p>
            <a:pPr marL="0" indent="0">
              <a:buNone/>
            </a:pPr>
            <a:endParaRPr lang="en-GB" b="1"/>
          </a:p>
          <a:p>
            <a:pPr marL="0" indent="0">
              <a:buNone/>
            </a:pPr>
            <a:endParaRPr lang="en-GB"/>
          </a:p>
          <a:p>
            <a:pPr marL="0" indent="0">
              <a:buNone/>
            </a:pPr>
            <a:endParaRPr lang="en-GB"/>
          </a:p>
          <a:p>
            <a:pPr marL="0" indent="0">
              <a:buNone/>
            </a:pPr>
            <a:endParaRPr lang="en-GB"/>
          </a:p>
        </p:txBody>
      </p:sp>
      <p:sp>
        <p:nvSpPr>
          <p:cNvPr id="5" name="Slide Number Placeholder 4">
            <a:extLst>
              <a:ext uri="{FF2B5EF4-FFF2-40B4-BE49-F238E27FC236}">
                <a16:creationId xmlns:a16="http://schemas.microsoft.com/office/drawing/2014/main" id="{4A1D9A7A-3836-949D-144C-12371E9CF595}"/>
              </a:ext>
            </a:extLst>
          </p:cNvPr>
          <p:cNvSpPr>
            <a:spLocks noGrp="1"/>
          </p:cNvSpPr>
          <p:nvPr>
            <p:ph type="sldNum" sz="quarter" idx="12"/>
          </p:nvPr>
        </p:nvSpPr>
        <p:spPr/>
        <p:txBody>
          <a:bodyPr/>
          <a:lstStyle/>
          <a:p>
            <a:fld id="{5D1E5300-FC0F-4317-A193-EF6CE9E6F7B5}" type="slidenum">
              <a:rPr lang="en-GB" noProof="0" smtClean="0"/>
              <a:pPr/>
              <a:t>5</a:t>
            </a:fld>
            <a:r>
              <a:rPr lang="en-GB" noProof="0"/>
              <a:t>  |  </a:t>
            </a:r>
          </a:p>
        </p:txBody>
      </p:sp>
    </p:spTree>
    <p:extLst>
      <p:ext uri="{BB962C8B-B14F-4D97-AF65-F5344CB8AC3E}">
        <p14:creationId xmlns:p14="http://schemas.microsoft.com/office/powerpoint/2010/main" val="969310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FDCBF-0497-80B9-D7DC-100F613CACE5}"/>
            </a:ext>
          </a:extLst>
        </p:cNvPr>
        <p:cNvGrpSpPr/>
        <p:nvPr/>
      </p:nvGrpSpPr>
      <p:grpSpPr>
        <a:xfrm>
          <a:off x="0" y="0"/>
          <a:ext cx="0" cy="0"/>
          <a:chOff x="0" y="0"/>
          <a:chExt cx="0" cy="0"/>
        </a:xfrm>
      </p:grpSpPr>
      <p:pic>
        <p:nvPicPr>
          <p:cNvPr id="4" name="Picture 3" descr="Hywind Tampen">
            <a:extLst>
              <a:ext uri="{FF2B5EF4-FFF2-40B4-BE49-F238E27FC236}">
                <a16:creationId xmlns:a16="http://schemas.microsoft.com/office/drawing/2014/main" id="{E763C01B-01E9-757B-70EA-29993E743538}"/>
              </a:ext>
            </a:extLst>
          </p:cNvPr>
          <p:cNvPicPr>
            <a:picLocks noChangeAspect="1"/>
          </p:cNvPicPr>
          <p:nvPr/>
        </p:nvPicPr>
        <p:blipFill>
          <a:blip r:embed="rId2">
            <a:alphaModFix amt="35000"/>
          </a:blip>
          <a:stretch>
            <a:fillRect/>
          </a:stretch>
        </p:blipFill>
        <p:spPr>
          <a:xfrm>
            <a:off x="0" y="0"/>
            <a:ext cx="12192000" cy="9159240"/>
          </a:xfrm>
          <a:prstGeom prst="rect">
            <a:avLst/>
          </a:prstGeom>
        </p:spPr>
      </p:pic>
      <p:sp>
        <p:nvSpPr>
          <p:cNvPr id="2" name="Title 1">
            <a:extLst>
              <a:ext uri="{FF2B5EF4-FFF2-40B4-BE49-F238E27FC236}">
                <a16:creationId xmlns:a16="http://schemas.microsoft.com/office/drawing/2014/main" id="{FCB87CFE-2986-A59B-DD1B-7EAADBB37315}"/>
              </a:ext>
            </a:extLst>
          </p:cNvPr>
          <p:cNvSpPr>
            <a:spLocks noGrp="1"/>
          </p:cNvSpPr>
          <p:nvPr>
            <p:ph type="title"/>
          </p:nvPr>
        </p:nvSpPr>
        <p:spPr/>
        <p:txBody>
          <a:bodyPr/>
          <a:lstStyle/>
          <a:p>
            <a:pPr marL="457200" indent="-457200">
              <a:buAutoNum type="arabicPeriod"/>
            </a:pPr>
            <a:r>
              <a:rPr lang="en-GB" b="1"/>
              <a:t>Hywind </a:t>
            </a:r>
            <a:r>
              <a:rPr lang="en-GB" b="1" err="1"/>
              <a:t>Tampen</a:t>
            </a:r>
            <a:r>
              <a:rPr lang="en-GB" b="1"/>
              <a:t> Wind Forecast</a:t>
            </a:r>
            <a:endParaRPr lang="en-US" b="1"/>
          </a:p>
        </p:txBody>
      </p:sp>
      <p:sp>
        <p:nvSpPr>
          <p:cNvPr id="5" name="Slide Number Placeholder 4">
            <a:extLst>
              <a:ext uri="{FF2B5EF4-FFF2-40B4-BE49-F238E27FC236}">
                <a16:creationId xmlns:a16="http://schemas.microsoft.com/office/drawing/2014/main" id="{F14B73F2-0F28-4FBE-8B71-73E545F8B6F4}"/>
              </a:ext>
            </a:extLst>
          </p:cNvPr>
          <p:cNvSpPr>
            <a:spLocks noGrp="1"/>
          </p:cNvSpPr>
          <p:nvPr>
            <p:ph type="sldNum" sz="quarter" idx="12"/>
          </p:nvPr>
        </p:nvSpPr>
        <p:spPr/>
        <p:txBody>
          <a:bodyPr/>
          <a:lstStyle/>
          <a:p>
            <a:fld id="{5D1E5300-FC0F-4317-A193-EF6CE9E6F7B5}" type="slidenum">
              <a:rPr lang="en-GB" noProof="0" smtClean="0"/>
              <a:pPr/>
              <a:t>6</a:t>
            </a:fld>
            <a:r>
              <a:rPr lang="en-GB" noProof="0"/>
              <a:t>  |  </a:t>
            </a:r>
          </a:p>
        </p:txBody>
      </p:sp>
      <p:sp>
        <p:nvSpPr>
          <p:cNvPr id="6" name="Rounded Rectangle 5">
            <a:extLst>
              <a:ext uri="{FF2B5EF4-FFF2-40B4-BE49-F238E27FC236}">
                <a16:creationId xmlns:a16="http://schemas.microsoft.com/office/drawing/2014/main" id="{3612676A-0746-F997-B6E8-1924FDFF2A07}"/>
              </a:ext>
            </a:extLst>
          </p:cNvPr>
          <p:cNvSpPr/>
          <p:nvPr/>
        </p:nvSpPr>
        <p:spPr>
          <a:xfrm>
            <a:off x="940584" y="2233676"/>
            <a:ext cx="3164885" cy="4142370"/>
          </a:xfrm>
          <a:prstGeom prst="roundRect">
            <a:avLst/>
          </a:prstGeom>
          <a:solidFill>
            <a:schemeClr val="accent3">
              <a:alpha val="50391"/>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Hywind Tampen is the worlds biggest floating wind farm</a:t>
            </a:r>
          </a:p>
          <a:p>
            <a:pPr marL="285750" indent="-285750">
              <a:buFont typeface="Arial" panose="020B0604020202020204" pitchFamily="34" charset="0"/>
              <a:buChar char="•"/>
            </a:pPr>
            <a:r>
              <a:rPr lang="en-US">
                <a:solidFill>
                  <a:schemeClr val="tx1"/>
                </a:solidFill>
              </a:rPr>
              <a:t>Rapid weather changes threaten usability</a:t>
            </a:r>
          </a:p>
          <a:p>
            <a:pPr marL="742950" lvl="1" indent="-285750">
              <a:buFont typeface="Arial" panose="020B0604020202020204" pitchFamily="34" charset="0"/>
              <a:buChar char="•"/>
            </a:pPr>
            <a:r>
              <a:rPr lang="en-US">
                <a:solidFill>
                  <a:schemeClr val="tx1"/>
                </a:solidFill>
              </a:rPr>
              <a:t>Especially sudden wind drops</a:t>
            </a:r>
          </a:p>
          <a:p>
            <a:pPr marL="285750" indent="-285750">
              <a:buFont typeface="Arial" panose="020B0604020202020204" pitchFamily="34" charset="0"/>
              <a:buChar char="•"/>
            </a:pPr>
            <a:r>
              <a:rPr lang="en-US" b="1">
                <a:solidFill>
                  <a:schemeClr val="tx1"/>
                </a:solidFill>
              </a:rPr>
              <a:t>Can we use sensor data from surrounding assets to improve weather forecasts?</a:t>
            </a:r>
          </a:p>
        </p:txBody>
      </p:sp>
      <p:sp>
        <p:nvSpPr>
          <p:cNvPr id="7" name="TextBox 6">
            <a:extLst>
              <a:ext uri="{FF2B5EF4-FFF2-40B4-BE49-F238E27FC236}">
                <a16:creationId xmlns:a16="http://schemas.microsoft.com/office/drawing/2014/main" id="{49256F3F-5228-6773-CD97-B7841B4D98D7}"/>
              </a:ext>
            </a:extLst>
          </p:cNvPr>
          <p:cNvSpPr txBox="1"/>
          <p:nvPr/>
        </p:nvSpPr>
        <p:spPr>
          <a:xfrm>
            <a:off x="1769454" y="1864343"/>
            <a:ext cx="1507144" cy="369332"/>
          </a:xfrm>
          <a:prstGeom prst="rect">
            <a:avLst/>
          </a:prstGeom>
          <a:noFill/>
        </p:spPr>
        <p:txBody>
          <a:bodyPr wrap="none" rtlCol="0">
            <a:spAutoFit/>
          </a:bodyPr>
          <a:lstStyle/>
          <a:p>
            <a:r>
              <a:rPr lang="en-US" b="1"/>
              <a:t>The problem</a:t>
            </a:r>
          </a:p>
        </p:txBody>
      </p:sp>
      <p:sp>
        <p:nvSpPr>
          <p:cNvPr id="8" name="Rounded Rectangle 7">
            <a:extLst>
              <a:ext uri="{FF2B5EF4-FFF2-40B4-BE49-F238E27FC236}">
                <a16:creationId xmlns:a16="http://schemas.microsoft.com/office/drawing/2014/main" id="{D4688699-A7A4-512A-3C6B-3103A0A57E6D}"/>
              </a:ext>
            </a:extLst>
          </p:cNvPr>
          <p:cNvSpPr/>
          <p:nvPr/>
        </p:nvSpPr>
        <p:spPr>
          <a:xfrm>
            <a:off x="4513557" y="2233675"/>
            <a:ext cx="3164885" cy="4142370"/>
          </a:xfrm>
          <a:prstGeom prst="roundRect">
            <a:avLst/>
          </a:prstGeom>
          <a:solidFill>
            <a:schemeClr val="accent3">
              <a:alpha val="50391"/>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Develop a model that predicts future wind conditions at Hywind Tampen</a:t>
            </a:r>
          </a:p>
          <a:p>
            <a:pPr marL="285750" indent="-285750">
              <a:buFont typeface="Arial" panose="020B0604020202020204" pitchFamily="34" charset="0"/>
              <a:buChar char="•"/>
            </a:pPr>
            <a:r>
              <a:rPr lang="en-US">
                <a:solidFill>
                  <a:schemeClr val="tx1"/>
                </a:solidFill>
              </a:rPr>
              <a:t>BONUS: create a dashboard that visualizes forecasts and recommends actions for the operator</a:t>
            </a:r>
          </a:p>
        </p:txBody>
      </p:sp>
      <p:sp>
        <p:nvSpPr>
          <p:cNvPr id="9" name="TextBox 8">
            <a:extLst>
              <a:ext uri="{FF2B5EF4-FFF2-40B4-BE49-F238E27FC236}">
                <a16:creationId xmlns:a16="http://schemas.microsoft.com/office/drawing/2014/main" id="{0EADA569-8C88-643F-C45A-6E10313B5A28}"/>
              </a:ext>
            </a:extLst>
          </p:cNvPr>
          <p:cNvSpPr txBox="1"/>
          <p:nvPr/>
        </p:nvSpPr>
        <p:spPr>
          <a:xfrm>
            <a:off x="5288726" y="1864343"/>
            <a:ext cx="1614545" cy="369332"/>
          </a:xfrm>
          <a:prstGeom prst="rect">
            <a:avLst/>
          </a:prstGeom>
          <a:noFill/>
        </p:spPr>
        <p:txBody>
          <a:bodyPr wrap="none" rtlCol="0">
            <a:spAutoFit/>
          </a:bodyPr>
          <a:lstStyle/>
          <a:p>
            <a:r>
              <a:rPr lang="en-US" b="1"/>
              <a:t>What to build</a:t>
            </a:r>
          </a:p>
        </p:txBody>
      </p:sp>
      <p:sp>
        <p:nvSpPr>
          <p:cNvPr id="10" name="Rounded Rectangle 9">
            <a:extLst>
              <a:ext uri="{FF2B5EF4-FFF2-40B4-BE49-F238E27FC236}">
                <a16:creationId xmlns:a16="http://schemas.microsoft.com/office/drawing/2014/main" id="{7CA0F764-471C-56AD-A4A5-7EBB97FF318C}"/>
              </a:ext>
            </a:extLst>
          </p:cNvPr>
          <p:cNvSpPr/>
          <p:nvPr/>
        </p:nvSpPr>
        <p:spPr>
          <a:xfrm>
            <a:off x="8063152" y="2233675"/>
            <a:ext cx="3164885" cy="4142370"/>
          </a:xfrm>
          <a:prstGeom prst="roundRect">
            <a:avLst/>
          </a:prstGeom>
          <a:solidFill>
            <a:schemeClr val="accent3">
              <a:alpha val="50391"/>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a:solidFill>
                  <a:schemeClr val="tx1"/>
                </a:solidFill>
              </a:rPr>
              <a:t>Time series dataset</a:t>
            </a:r>
          </a:p>
          <a:p>
            <a:pPr marL="285750" indent="-285750">
              <a:buFont typeface="Arial" panose="020B0604020202020204" pitchFamily="34" charset="0"/>
              <a:buChar char="•"/>
            </a:pPr>
            <a:r>
              <a:rPr lang="en-US">
                <a:solidFill>
                  <a:schemeClr val="tx1"/>
                </a:solidFill>
              </a:rPr>
              <a:t>Wind observations from nearby offshore assets</a:t>
            </a:r>
          </a:p>
          <a:p>
            <a:pPr marL="285750" indent="-285750">
              <a:buFont typeface="Arial" panose="020B0604020202020204" pitchFamily="34" charset="0"/>
              <a:buChar char="•"/>
            </a:pPr>
            <a:r>
              <a:rPr lang="en-US">
                <a:solidFill>
                  <a:schemeClr val="tx1"/>
                </a:solidFill>
              </a:rPr>
              <a:t>Hywind Tampen Turbine level data</a:t>
            </a:r>
          </a:p>
        </p:txBody>
      </p:sp>
      <p:sp>
        <p:nvSpPr>
          <p:cNvPr id="11" name="TextBox 10">
            <a:extLst>
              <a:ext uri="{FF2B5EF4-FFF2-40B4-BE49-F238E27FC236}">
                <a16:creationId xmlns:a16="http://schemas.microsoft.com/office/drawing/2014/main" id="{4A1D274D-F4A5-7885-5CF0-A93CEA9CCEF6}"/>
              </a:ext>
            </a:extLst>
          </p:cNvPr>
          <p:cNvSpPr txBox="1"/>
          <p:nvPr/>
        </p:nvSpPr>
        <p:spPr>
          <a:xfrm>
            <a:off x="9292773" y="1864343"/>
            <a:ext cx="705642" cy="369332"/>
          </a:xfrm>
          <a:prstGeom prst="rect">
            <a:avLst/>
          </a:prstGeom>
          <a:noFill/>
        </p:spPr>
        <p:txBody>
          <a:bodyPr wrap="none" rtlCol="0">
            <a:spAutoFit/>
          </a:bodyPr>
          <a:lstStyle/>
          <a:p>
            <a:r>
              <a:rPr lang="en-US" b="1"/>
              <a:t>Data</a:t>
            </a:r>
          </a:p>
        </p:txBody>
      </p:sp>
    </p:spTree>
    <p:extLst>
      <p:ext uri="{BB962C8B-B14F-4D97-AF65-F5344CB8AC3E}">
        <p14:creationId xmlns:p14="http://schemas.microsoft.com/office/powerpoint/2010/main" val="2109505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B0605-7A58-96D5-B20F-C9BEF5DF28C1}"/>
            </a:ext>
          </a:extLst>
        </p:cNvPr>
        <p:cNvGrpSpPr/>
        <p:nvPr/>
      </p:nvGrpSpPr>
      <p:grpSpPr>
        <a:xfrm>
          <a:off x="0" y="0"/>
          <a:ext cx="0" cy="0"/>
          <a:chOff x="0" y="0"/>
          <a:chExt cx="0" cy="0"/>
        </a:xfrm>
      </p:grpSpPr>
      <p:pic>
        <p:nvPicPr>
          <p:cNvPr id="4" name="Picture 3" descr="Stryvo Bismo in Skjåk">
            <a:extLst>
              <a:ext uri="{FF2B5EF4-FFF2-40B4-BE49-F238E27FC236}">
                <a16:creationId xmlns:a16="http://schemas.microsoft.com/office/drawing/2014/main" id="{DF7CFC1E-28F3-179B-A77C-093C471C38FC}"/>
              </a:ext>
            </a:extLst>
          </p:cNvPr>
          <p:cNvPicPr>
            <a:picLocks noChangeAspect="1"/>
          </p:cNvPicPr>
          <p:nvPr/>
        </p:nvPicPr>
        <p:blipFill>
          <a:blip r:embed="rId2">
            <a:alphaModFix amt="50000"/>
          </a:blip>
          <a:stretch>
            <a:fillRect/>
          </a:stretch>
        </p:blipFill>
        <p:spPr>
          <a:xfrm>
            <a:off x="0" y="-697101"/>
            <a:ext cx="12192000" cy="9159241"/>
          </a:xfrm>
          <a:prstGeom prst="rect">
            <a:avLst/>
          </a:prstGeom>
        </p:spPr>
      </p:pic>
      <p:sp>
        <p:nvSpPr>
          <p:cNvPr id="2" name="Title 1">
            <a:extLst>
              <a:ext uri="{FF2B5EF4-FFF2-40B4-BE49-F238E27FC236}">
                <a16:creationId xmlns:a16="http://schemas.microsoft.com/office/drawing/2014/main" id="{524D0B2F-37D4-D8C4-8E60-56E601A50F11}"/>
              </a:ext>
            </a:extLst>
          </p:cNvPr>
          <p:cNvSpPr>
            <a:spLocks noGrp="1"/>
          </p:cNvSpPr>
          <p:nvPr>
            <p:ph type="title"/>
          </p:nvPr>
        </p:nvSpPr>
        <p:spPr>
          <a:xfrm>
            <a:off x="949325" y="729361"/>
            <a:ext cx="10801350" cy="592073"/>
          </a:xfrm>
        </p:spPr>
        <p:txBody>
          <a:bodyPr/>
          <a:lstStyle/>
          <a:p>
            <a:r>
              <a:rPr lang="en-GB" b="1"/>
              <a:t>2.  Welding</a:t>
            </a:r>
            <a:endParaRPr lang="en-US" b="1"/>
          </a:p>
        </p:txBody>
      </p:sp>
      <p:sp>
        <p:nvSpPr>
          <p:cNvPr id="5" name="Slide Number Placeholder 4">
            <a:extLst>
              <a:ext uri="{FF2B5EF4-FFF2-40B4-BE49-F238E27FC236}">
                <a16:creationId xmlns:a16="http://schemas.microsoft.com/office/drawing/2014/main" id="{00E8CD26-0818-1A22-38BF-CB7DA600A1B9}"/>
              </a:ext>
            </a:extLst>
          </p:cNvPr>
          <p:cNvSpPr>
            <a:spLocks noGrp="1"/>
          </p:cNvSpPr>
          <p:nvPr>
            <p:ph type="sldNum" sz="quarter" idx="12"/>
          </p:nvPr>
        </p:nvSpPr>
        <p:spPr/>
        <p:txBody>
          <a:bodyPr/>
          <a:lstStyle/>
          <a:p>
            <a:fld id="{5D1E5300-FC0F-4317-A193-EF6CE9E6F7B5}" type="slidenum">
              <a:rPr lang="en-GB" noProof="0" smtClean="0"/>
              <a:pPr/>
              <a:t>7</a:t>
            </a:fld>
            <a:r>
              <a:rPr lang="en-GB" noProof="0"/>
              <a:t>  |  </a:t>
            </a:r>
          </a:p>
        </p:txBody>
      </p:sp>
      <p:sp>
        <p:nvSpPr>
          <p:cNvPr id="6" name="Rounded Rectangle 5">
            <a:extLst>
              <a:ext uri="{FF2B5EF4-FFF2-40B4-BE49-F238E27FC236}">
                <a16:creationId xmlns:a16="http://schemas.microsoft.com/office/drawing/2014/main" id="{AE8BC943-E891-5B4A-FD0E-CBA749406FFA}"/>
              </a:ext>
            </a:extLst>
          </p:cNvPr>
          <p:cNvSpPr/>
          <p:nvPr/>
        </p:nvSpPr>
        <p:spPr>
          <a:xfrm>
            <a:off x="940584" y="2233676"/>
            <a:ext cx="3164885" cy="4142370"/>
          </a:xfrm>
          <a:prstGeom prst="roundRect">
            <a:avLst/>
          </a:prstGeom>
          <a:solidFill>
            <a:schemeClr val="accent2">
              <a:alpha val="50000"/>
            </a:schemeClr>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endParaRPr lang="en-US">
              <a:latin typeface="Segoe UI"/>
              <a:cs typeface="Segoe UI"/>
            </a:endParaRPr>
          </a:p>
          <a:p>
            <a:r>
              <a:rPr lang="en-US">
                <a:latin typeface="Segoe UI"/>
                <a:cs typeface="Segoe UI"/>
              </a:rPr>
              <a:t>Fabrication drawings contain many welded connections between steel profiles. Today, engineers manually identify connections and calculate weld requirements.</a:t>
            </a:r>
            <a:endParaRPr lang="en-US"/>
          </a:p>
          <a:p>
            <a:r>
              <a:rPr lang="en-US">
                <a:ea typeface="+mn-lt"/>
                <a:cs typeface="+mn-lt"/>
              </a:rPr>
              <a:t>This is time-consuming and difficult to scale for large structures.</a:t>
            </a:r>
          </a:p>
          <a:p>
            <a:endParaRPr lang="en-US">
              <a:latin typeface="Segoe UI"/>
              <a:cs typeface="Segoe UI"/>
            </a:endParaRPr>
          </a:p>
          <a:p>
            <a:pPr algn="ctr"/>
            <a:endParaRPr lang="en-US"/>
          </a:p>
        </p:txBody>
      </p:sp>
      <p:sp>
        <p:nvSpPr>
          <p:cNvPr id="7" name="TextBox 6">
            <a:extLst>
              <a:ext uri="{FF2B5EF4-FFF2-40B4-BE49-F238E27FC236}">
                <a16:creationId xmlns:a16="http://schemas.microsoft.com/office/drawing/2014/main" id="{4C6925B7-EE80-987A-3264-2D2B0AF4742C}"/>
              </a:ext>
            </a:extLst>
          </p:cNvPr>
          <p:cNvSpPr txBox="1"/>
          <p:nvPr/>
        </p:nvSpPr>
        <p:spPr>
          <a:xfrm>
            <a:off x="1769454" y="1864343"/>
            <a:ext cx="1507144" cy="369332"/>
          </a:xfrm>
          <a:prstGeom prst="rect">
            <a:avLst/>
          </a:prstGeom>
          <a:noFill/>
        </p:spPr>
        <p:txBody>
          <a:bodyPr wrap="none" rtlCol="0">
            <a:spAutoFit/>
          </a:bodyPr>
          <a:lstStyle/>
          <a:p>
            <a:r>
              <a:rPr lang="en-US" b="1"/>
              <a:t>The problem</a:t>
            </a:r>
          </a:p>
        </p:txBody>
      </p:sp>
      <p:sp>
        <p:nvSpPr>
          <p:cNvPr id="8" name="Rounded Rectangle 7">
            <a:extLst>
              <a:ext uri="{FF2B5EF4-FFF2-40B4-BE49-F238E27FC236}">
                <a16:creationId xmlns:a16="http://schemas.microsoft.com/office/drawing/2014/main" id="{7FB54CD9-3911-7C48-8D93-9EBF42150FB7}"/>
              </a:ext>
            </a:extLst>
          </p:cNvPr>
          <p:cNvSpPr/>
          <p:nvPr/>
        </p:nvSpPr>
        <p:spPr>
          <a:xfrm>
            <a:off x="4513557" y="2233675"/>
            <a:ext cx="3164885" cy="4142370"/>
          </a:xfrm>
          <a:prstGeom prst="roundRect">
            <a:avLst/>
          </a:prstGeom>
          <a:solidFill>
            <a:schemeClr val="accent2">
              <a:alpha val="50000"/>
            </a:schemeClr>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en-US">
                <a:latin typeface="Segoe UI"/>
                <a:cs typeface="Segoe UI"/>
              </a:rPr>
              <a:t>Build an AI-based assistant that detects connections and calculates weld requirements </a:t>
            </a:r>
            <a:r>
              <a:rPr lang="en-US">
                <a:ea typeface="+mn-lt"/>
                <a:cs typeface="+mn-lt"/>
              </a:rPr>
              <a:t>in fabrication drawings</a:t>
            </a:r>
          </a:p>
          <a:p>
            <a:r>
              <a:rPr lang="en-US">
                <a:latin typeface="Segoe UI"/>
                <a:cs typeface="Segoe UI"/>
              </a:rPr>
              <a:t>automatically.</a:t>
            </a:r>
            <a:endParaRPr lang="en-US"/>
          </a:p>
          <a:p>
            <a:pPr algn="ctr"/>
            <a:endParaRPr lang="en-US"/>
          </a:p>
        </p:txBody>
      </p:sp>
      <p:sp>
        <p:nvSpPr>
          <p:cNvPr id="9" name="TextBox 8">
            <a:extLst>
              <a:ext uri="{FF2B5EF4-FFF2-40B4-BE49-F238E27FC236}">
                <a16:creationId xmlns:a16="http://schemas.microsoft.com/office/drawing/2014/main" id="{74925182-D119-C864-ACA6-2F70D8F08FA4}"/>
              </a:ext>
            </a:extLst>
          </p:cNvPr>
          <p:cNvSpPr txBox="1"/>
          <p:nvPr/>
        </p:nvSpPr>
        <p:spPr>
          <a:xfrm>
            <a:off x="5288726" y="1864343"/>
            <a:ext cx="1614545" cy="369332"/>
          </a:xfrm>
          <a:prstGeom prst="rect">
            <a:avLst/>
          </a:prstGeom>
          <a:noFill/>
        </p:spPr>
        <p:txBody>
          <a:bodyPr wrap="none" rtlCol="0">
            <a:spAutoFit/>
          </a:bodyPr>
          <a:lstStyle/>
          <a:p>
            <a:r>
              <a:rPr lang="en-US" b="1"/>
              <a:t>What to build</a:t>
            </a:r>
          </a:p>
        </p:txBody>
      </p:sp>
      <p:sp>
        <p:nvSpPr>
          <p:cNvPr id="10" name="Rounded Rectangle 9">
            <a:extLst>
              <a:ext uri="{FF2B5EF4-FFF2-40B4-BE49-F238E27FC236}">
                <a16:creationId xmlns:a16="http://schemas.microsoft.com/office/drawing/2014/main" id="{CF8B29C8-ADDB-2929-CA4D-5AA6DE4DB18A}"/>
              </a:ext>
            </a:extLst>
          </p:cNvPr>
          <p:cNvSpPr/>
          <p:nvPr/>
        </p:nvSpPr>
        <p:spPr>
          <a:xfrm>
            <a:off x="8063152" y="2233675"/>
            <a:ext cx="3164885" cy="4142370"/>
          </a:xfrm>
          <a:prstGeom prst="roundRect">
            <a:avLst/>
          </a:prstGeom>
          <a:solidFill>
            <a:schemeClr val="accent2">
              <a:alpha val="50000"/>
            </a:schemeClr>
          </a:solidFill>
        </p:spPr>
        <p:style>
          <a:lnRef idx="2">
            <a:schemeClr val="accent2">
              <a:shade val="15000"/>
            </a:schemeClr>
          </a:lnRef>
          <a:fillRef idx="1">
            <a:schemeClr val="accent2"/>
          </a:fillRef>
          <a:effectRef idx="0">
            <a:schemeClr val="accent2"/>
          </a:effectRef>
          <a:fontRef idx="minor">
            <a:schemeClr val="lt1"/>
          </a:fontRef>
        </p:style>
        <p:txBody>
          <a:bodyPr lIns="91440" tIns="45720" rIns="91440" bIns="45720" rtlCol="0" anchor="ctr"/>
          <a:lstStyle/>
          <a:p>
            <a:r>
              <a:rPr lang="en-US">
                <a:ea typeface="+mn-lt"/>
                <a:cs typeface="+mn-lt"/>
              </a:rPr>
              <a:t>A fabrication drawing (pdf and dwg format), detailing material/part list, dimensions, and thickness. </a:t>
            </a:r>
            <a:endParaRPr lang="en-US"/>
          </a:p>
          <a:p>
            <a:pPr algn="ctr"/>
            <a:endParaRPr lang="en-US"/>
          </a:p>
        </p:txBody>
      </p:sp>
      <p:sp>
        <p:nvSpPr>
          <p:cNvPr id="11" name="TextBox 10">
            <a:extLst>
              <a:ext uri="{FF2B5EF4-FFF2-40B4-BE49-F238E27FC236}">
                <a16:creationId xmlns:a16="http://schemas.microsoft.com/office/drawing/2014/main" id="{9C5BBA9E-DF57-75A6-C3ED-B336EAE05750}"/>
              </a:ext>
            </a:extLst>
          </p:cNvPr>
          <p:cNvSpPr txBox="1"/>
          <p:nvPr/>
        </p:nvSpPr>
        <p:spPr>
          <a:xfrm>
            <a:off x="9292773" y="1864343"/>
            <a:ext cx="705642" cy="369332"/>
          </a:xfrm>
          <a:prstGeom prst="rect">
            <a:avLst/>
          </a:prstGeom>
          <a:noFill/>
        </p:spPr>
        <p:txBody>
          <a:bodyPr wrap="none" rtlCol="0">
            <a:spAutoFit/>
          </a:bodyPr>
          <a:lstStyle/>
          <a:p>
            <a:r>
              <a:rPr lang="en-US" b="1"/>
              <a:t>Data</a:t>
            </a:r>
          </a:p>
        </p:txBody>
      </p:sp>
      <p:pic>
        <p:nvPicPr>
          <p:cNvPr id="3" name="Picture 2">
            <a:extLst>
              <a:ext uri="{FF2B5EF4-FFF2-40B4-BE49-F238E27FC236}">
                <a16:creationId xmlns:a16="http://schemas.microsoft.com/office/drawing/2014/main" id="{2239F9F2-ABA7-F61D-5B45-B3B5229D42AD}"/>
              </a:ext>
            </a:extLst>
          </p:cNvPr>
          <p:cNvPicPr>
            <a:picLocks noChangeAspect="1"/>
          </p:cNvPicPr>
          <p:nvPr/>
        </p:nvPicPr>
        <p:blipFill>
          <a:blip r:embed="rId3"/>
          <a:stretch>
            <a:fillRect/>
          </a:stretch>
        </p:blipFill>
        <p:spPr>
          <a:xfrm>
            <a:off x="9810750" y="4873625"/>
            <a:ext cx="1155700" cy="1235710"/>
          </a:xfrm>
          <a:prstGeom prst="rect">
            <a:avLst/>
          </a:prstGeom>
        </p:spPr>
      </p:pic>
      <p:pic>
        <p:nvPicPr>
          <p:cNvPr id="12" name="Picture 11">
            <a:extLst>
              <a:ext uri="{FF2B5EF4-FFF2-40B4-BE49-F238E27FC236}">
                <a16:creationId xmlns:a16="http://schemas.microsoft.com/office/drawing/2014/main" id="{5138B3E6-E809-66B7-2819-C5FB2AA92AC4}"/>
              </a:ext>
            </a:extLst>
          </p:cNvPr>
          <p:cNvPicPr>
            <a:picLocks noChangeAspect="1"/>
          </p:cNvPicPr>
          <p:nvPr/>
        </p:nvPicPr>
        <p:blipFill>
          <a:blip r:embed="rId4"/>
          <a:stretch>
            <a:fillRect/>
          </a:stretch>
        </p:blipFill>
        <p:spPr>
          <a:xfrm>
            <a:off x="8773160" y="2222"/>
            <a:ext cx="1605280" cy="727075"/>
          </a:xfrm>
          <a:prstGeom prst="rect">
            <a:avLst/>
          </a:prstGeom>
        </p:spPr>
      </p:pic>
    </p:spTree>
    <p:extLst>
      <p:ext uri="{BB962C8B-B14F-4D97-AF65-F5344CB8AC3E}">
        <p14:creationId xmlns:p14="http://schemas.microsoft.com/office/powerpoint/2010/main" val="2573209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342E-DCAF-DBAC-11C3-D6AA299267F9}"/>
            </a:ext>
          </a:extLst>
        </p:cNvPr>
        <p:cNvGrpSpPr/>
        <p:nvPr/>
      </p:nvGrpSpPr>
      <p:grpSpPr>
        <a:xfrm>
          <a:off x="0" y="0"/>
          <a:ext cx="0" cy="0"/>
          <a:chOff x="0" y="0"/>
          <a:chExt cx="0" cy="0"/>
        </a:xfrm>
      </p:grpSpPr>
      <p:pic>
        <p:nvPicPr>
          <p:cNvPr id="4" name="Picture 3" descr="Volve">
            <a:extLst>
              <a:ext uri="{FF2B5EF4-FFF2-40B4-BE49-F238E27FC236}">
                <a16:creationId xmlns:a16="http://schemas.microsoft.com/office/drawing/2014/main" id="{0E6144F0-8A75-B4EF-51F1-208BA4E37804}"/>
              </a:ext>
            </a:extLst>
          </p:cNvPr>
          <p:cNvPicPr>
            <a:picLocks noChangeAspect="1"/>
          </p:cNvPicPr>
          <p:nvPr/>
        </p:nvPicPr>
        <p:blipFill>
          <a:blip r:embed="rId2">
            <a:alphaModFix amt="50000"/>
          </a:blip>
          <a:stretch>
            <a:fillRect/>
          </a:stretch>
        </p:blipFill>
        <p:spPr>
          <a:xfrm>
            <a:off x="0" y="-354564"/>
            <a:ext cx="12192000" cy="8122919"/>
          </a:xfrm>
          <a:prstGeom prst="rect">
            <a:avLst/>
          </a:prstGeom>
        </p:spPr>
      </p:pic>
      <p:sp>
        <p:nvSpPr>
          <p:cNvPr id="2" name="Title 1">
            <a:extLst>
              <a:ext uri="{FF2B5EF4-FFF2-40B4-BE49-F238E27FC236}">
                <a16:creationId xmlns:a16="http://schemas.microsoft.com/office/drawing/2014/main" id="{DF65C2FA-AA2D-5A4C-1CF1-36BABCB678BD}"/>
              </a:ext>
            </a:extLst>
          </p:cNvPr>
          <p:cNvSpPr>
            <a:spLocks noGrp="1"/>
          </p:cNvSpPr>
          <p:nvPr>
            <p:ph type="title"/>
          </p:nvPr>
        </p:nvSpPr>
        <p:spPr>
          <a:xfrm>
            <a:off x="1059760" y="732453"/>
            <a:ext cx="10801350" cy="592073"/>
          </a:xfrm>
        </p:spPr>
        <p:txBody>
          <a:bodyPr/>
          <a:lstStyle/>
          <a:p>
            <a:r>
              <a:rPr lang="en-GB" b="1"/>
              <a:t>3. </a:t>
            </a:r>
            <a:r>
              <a:rPr lang="en-GB"/>
              <a:t>   </a:t>
            </a:r>
            <a:r>
              <a:rPr lang="en-GB" b="1"/>
              <a:t>Volve</a:t>
            </a:r>
          </a:p>
        </p:txBody>
      </p:sp>
      <p:sp>
        <p:nvSpPr>
          <p:cNvPr id="5" name="Slide Number Placeholder 4">
            <a:extLst>
              <a:ext uri="{FF2B5EF4-FFF2-40B4-BE49-F238E27FC236}">
                <a16:creationId xmlns:a16="http://schemas.microsoft.com/office/drawing/2014/main" id="{7F3D09E0-817B-7464-F706-70BD2A00DD1E}"/>
              </a:ext>
            </a:extLst>
          </p:cNvPr>
          <p:cNvSpPr>
            <a:spLocks noGrp="1"/>
          </p:cNvSpPr>
          <p:nvPr>
            <p:ph type="sldNum" sz="quarter" idx="12"/>
          </p:nvPr>
        </p:nvSpPr>
        <p:spPr/>
        <p:txBody>
          <a:bodyPr/>
          <a:lstStyle/>
          <a:p>
            <a:fld id="{5D1E5300-FC0F-4317-A193-EF6CE9E6F7B5}" type="slidenum">
              <a:rPr lang="en-GB" noProof="0" smtClean="0"/>
              <a:pPr/>
              <a:t>8</a:t>
            </a:fld>
            <a:r>
              <a:rPr lang="en-GB" noProof="0"/>
              <a:t>  |  </a:t>
            </a:r>
          </a:p>
        </p:txBody>
      </p:sp>
      <p:sp>
        <p:nvSpPr>
          <p:cNvPr id="6" name="Rounded Rectangle 5">
            <a:extLst>
              <a:ext uri="{FF2B5EF4-FFF2-40B4-BE49-F238E27FC236}">
                <a16:creationId xmlns:a16="http://schemas.microsoft.com/office/drawing/2014/main" id="{E9ED9FE4-B738-9C02-2689-79DB488F606B}"/>
              </a:ext>
            </a:extLst>
          </p:cNvPr>
          <p:cNvSpPr/>
          <p:nvPr/>
        </p:nvSpPr>
        <p:spPr>
          <a:xfrm>
            <a:off x="940584" y="2233676"/>
            <a:ext cx="3164885" cy="4142370"/>
          </a:xfrm>
          <a:prstGeom prst="roundRect">
            <a:avLst/>
          </a:prstGeom>
          <a:solidFill>
            <a:schemeClr val="accent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Equinor has openly released the complete dataset from the decommissioned Volve field: roughly 40,000 files covering a real North Sea oil field from 2008 to 2016. </a:t>
            </a:r>
          </a:p>
        </p:txBody>
      </p:sp>
      <p:sp>
        <p:nvSpPr>
          <p:cNvPr id="7" name="TextBox 6">
            <a:extLst>
              <a:ext uri="{FF2B5EF4-FFF2-40B4-BE49-F238E27FC236}">
                <a16:creationId xmlns:a16="http://schemas.microsoft.com/office/drawing/2014/main" id="{B28433DF-9556-9B97-F163-1C3117FE03A6}"/>
              </a:ext>
            </a:extLst>
          </p:cNvPr>
          <p:cNvSpPr txBox="1"/>
          <p:nvPr/>
        </p:nvSpPr>
        <p:spPr>
          <a:xfrm>
            <a:off x="1769454" y="1864343"/>
            <a:ext cx="1507144" cy="369332"/>
          </a:xfrm>
          <a:prstGeom prst="rect">
            <a:avLst/>
          </a:prstGeom>
          <a:noFill/>
        </p:spPr>
        <p:txBody>
          <a:bodyPr wrap="none" rtlCol="0">
            <a:spAutoFit/>
          </a:bodyPr>
          <a:lstStyle/>
          <a:p>
            <a:r>
              <a:rPr lang="en-US" b="1"/>
              <a:t>The problem</a:t>
            </a:r>
          </a:p>
        </p:txBody>
      </p:sp>
      <p:sp>
        <p:nvSpPr>
          <p:cNvPr id="8" name="Rounded Rectangle 7">
            <a:extLst>
              <a:ext uri="{FF2B5EF4-FFF2-40B4-BE49-F238E27FC236}">
                <a16:creationId xmlns:a16="http://schemas.microsoft.com/office/drawing/2014/main" id="{512CB9A1-C8AF-3B0C-6E32-0425213C9215}"/>
              </a:ext>
            </a:extLst>
          </p:cNvPr>
          <p:cNvSpPr/>
          <p:nvPr/>
        </p:nvSpPr>
        <p:spPr>
          <a:xfrm>
            <a:off x="4513557" y="2233675"/>
            <a:ext cx="3164885" cy="4142370"/>
          </a:xfrm>
          <a:prstGeom prst="roundRect">
            <a:avLst/>
          </a:prstGeom>
          <a:solidFill>
            <a:schemeClr val="accent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Open to each group, no hard requirements, what you could build:</a:t>
            </a:r>
          </a:p>
          <a:p>
            <a:endParaRPr lang="en-US"/>
          </a:p>
          <a:p>
            <a:pPr marL="285750" indent="-285750">
              <a:buFont typeface="Arial" panose="020B0604020202020204" pitchFamily="34" charset="0"/>
              <a:buChar char="•"/>
            </a:pPr>
            <a:r>
              <a:rPr lang="en-US"/>
              <a:t>Conversational assistant over unstructured documents</a:t>
            </a:r>
          </a:p>
          <a:p>
            <a:pPr marL="285750" indent="-285750">
              <a:buFont typeface="Arial" panose="020B0604020202020204" pitchFamily="34" charset="0"/>
              <a:buChar char="•"/>
            </a:pPr>
            <a:r>
              <a:rPr lang="en-US"/>
              <a:t>Production forecasting</a:t>
            </a:r>
          </a:p>
        </p:txBody>
      </p:sp>
      <p:sp>
        <p:nvSpPr>
          <p:cNvPr id="9" name="TextBox 8">
            <a:extLst>
              <a:ext uri="{FF2B5EF4-FFF2-40B4-BE49-F238E27FC236}">
                <a16:creationId xmlns:a16="http://schemas.microsoft.com/office/drawing/2014/main" id="{B85705C7-B033-E3A8-218F-4D783A5806B0}"/>
              </a:ext>
            </a:extLst>
          </p:cNvPr>
          <p:cNvSpPr txBox="1"/>
          <p:nvPr/>
        </p:nvSpPr>
        <p:spPr>
          <a:xfrm>
            <a:off x="5288726" y="1864343"/>
            <a:ext cx="1614545" cy="369332"/>
          </a:xfrm>
          <a:prstGeom prst="rect">
            <a:avLst/>
          </a:prstGeom>
          <a:noFill/>
        </p:spPr>
        <p:txBody>
          <a:bodyPr wrap="none" rtlCol="0">
            <a:spAutoFit/>
          </a:bodyPr>
          <a:lstStyle/>
          <a:p>
            <a:r>
              <a:rPr lang="en-US" b="1"/>
              <a:t>What to build</a:t>
            </a:r>
          </a:p>
        </p:txBody>
      </p:sp>
      <p:sp>
        <p:nvSpPr>
          <p:cNvPr id="10" name="Rounded Rectangle 9">
            <a:extLst>
              <a:ext uri="{FF2B5EF4-FFF2-40B4-BE49-F238E27FC236}">
                <a16:creationId xmlns:a16="http://schemas.microsoft.com/office/drawing/2014/main" id="{1D411851-23DA-5175-3EA2-8F37F1E01F01}"/>
              </a:ext>
            </a:extLst>
          </p:cNvPr>
          <p:cNvSpPr/>
          <p:nvPr/>
        </p:nvSpPr>
        <p:spPr>
          <a:xfrm>
            <a:off x="8063152" y="2233675"/>
            <a:ext cx="3164885" cy="4142370"/>
          </a:xfrm>
          <a:prstGeom prst="roundRect">
            <a:avLst/>
          </a:prstGeom>
          <a:solidFill>
            <a:schemeClr val="accent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Multiple different data types</a:t>
            </a:r>
          </a:p>
          <a:p>
            <a:pPr marL="285750" indent="-285750">
              <a:buFont typeface="Arial" panose="020B0604020202020204" pitchFamily="34" charset="0"/>
              <a:buChar char="•"/>
            </a:pPr>
            <a:r>
              <a:rPr lang="en-US"/>
              <a:t>Drilling logs in PDF form</a:t>
            </a:r>
          </a:p>
          <a:p>
            <a:pPr marL="285750" indent="-285750">
              <a:buFont typeface="Arial" panose="020B0604020202020204" pitchFamily="34" charset="0"/>
              <a:buChar char="•"/>
            </a:pPr>
            <a:r>
              <a:rPr lang="en-US"/>
              <a:t>Production data in csv’s</a:t>
            </a:r>
          </a:p>
          <a:p>
            <a:pPr marL="285750" indent="-285750">
              <a:buFont typeface="Arial" panose="020B0604020202020204" pitchFamily="34" charset="0"/>
              <a:buChar char="•"/>
            </a:pPr>
            <a:r>
              <a:rPr lang="en-US"/>
              <a:t>Seismic data</a:t>
            </a:r>
          </a:p>
          <a:p>
            <a:pPr marL="285750" indent="-285750">
              <a:buFont typeface="Arial" panose="020B0604020202020204" pitchFamily="34" charset="0"/>
              <a:buChar char="•"/>
            </a:pPr>
            <a:r>
              <a:rPr lang="en-US"/>
              <a:t>Reservoir models</a:t>
            </a:r>
          </a:p>
          <a:p>
            <a:pPr marL="285750" indent="-285750">
              <a:buFont typeface="Arial" panose="020B0604020202020204" pitchFamily="34" charset="0"/>
              <a:buChar char="•"/>
            </a:pPr>
            <a:endParaRPr lang="en-US"/>
          </a:p>
          <a:p>
            <a:r>
              <a:rPr lang="en-US"/>
              <a:t>Not all data is expected to be used!</a:t>
            </a:r>
          </a:p>
        </p:txBody>
      </p:sp>
      <p:sp>
        <p:nvSpPr>
          <p:cNvPr id="11" name="TextBox 10">
            <a:extLst>
              <a:ext uri="{FF2B5EF4-FFF2-40B4-BE49-F238E27FC236}">
                <a16:creationId xmlns:a16="http://schemas.microsoft.com/office/drawing/2014/main" id="{282CF848-972B-EEAF-71AC-814CBAA3CCB5}"/>
              </a:ext>
            </a:extLst>
          </p:cNvPr>
          <p:cNvSpPr txBox="1"/>
          <p:nvPr/>
        </p:nvSpPr>
        <p:spPr>
          <a:xfrm>
            <a:off x="9292773" y="1864343"/>
            <a:ext cx="705642" cy="369332"/>
          </a:xfrm>
          <a:prstGeom prst="rect">
            <a:avLst/>
          </a:prstGeom>
          <a:noFill/>
        </p:spPr>
        <p:txBody>
          <a:bodyPr wrap="none" rtlCol="0">
            <a:spAutoFit/>
          </a:bodyPr>
          <a:lstStyle/>
          <a:p>
            <a:r>
              <a:rPr lang="en-US" b="1"/>
              <a:t>Data</a:t>
            </a:r>
          </a:p>
        </p:txBody>
      </p:sp>
    </p:spTree>
    <p:extLst>
      <p:ext uri="{BB962C8B-B14F-4D97-AF65-F5344CB8AC3E}">
        <p14:creationId xmlns:p14="http://schemas.microsoft.com/office/powerpoint/2010/main" val="453815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DF094-753A-8078-97B5-1973CA542210}"/>
            </a:ext>
          </a:extLst>
        </p:cNvPr>
        <p:cNvGrpSpPr/>
        <p:nvPr/>
      </p:nvGrpSpPr>
      <p:grpSpPr>
        <a:xfrm>
          <a:off x="0" y="0"/>
          <a:ext cx="0" cy="0"/>
          <a:chOff x="0" y="0"/>
          <a:chExt cx="0" cy="0"/>
        </a:xfrm>
      </p:grpSpPr>
      <p:pic>
        <p:nvPicPr>
          <p:cNvPr id="4" name="Picture 3" descr="Mongstad control room">
            <a:extLst>
              <a:ext uri="{FF2B5EF4-FFF2-40B4-BE49-F238E27FC236}">
                <a16:creationId xmlns:a16="http://schemas.microsoft.com/office/drawing/2014/main" id="{5EEF2757-4085-2588-DB2F-6EDBB0EAA08C}"/>
              </a:ext>
            </a:extLst>
          </p:cNvPr>
          <p:cNvPicPr>
            <a:picLocks noChangeAspect="1"/>
          </p:cNvPicPr>
          <p:nvPr/>
        </p:nvPicPr>
        <p:blipFill>
          <a:blip r:embed="rId2">
            <a:alphaModFix amt="35000"/>
          </a:blip>
          <a:stretch>
            <a:fillRect/>
          </a:stretch>
        </p:blipFill>
        <p:spPr>
          <a:xfrm>
            <a:off x="0" y="-2301241"/>
            <a:ext cx="12192000" cy="9159241"/>
          </a:xfrm>
          <a:prstGeom prst="rect">
            <a:avLst/>
          </a:prstGeom>
        </p:spPr>
      </p:pic>
      <p:sp>
        <p:nvSpPr>
          <p:cNvPr id="5" name="Slide Number Placeholder 4">
            <a:extLst>
              <a:ext uri="{FF2B5EF4-FFF2-40B4-BE49-F238E27FC236}">
                <a16:creationId xmlns:a16="http://schemas.microsoft.com/office/drawing/2014/main" id="{32087F6E-7860-7403-D872-843732DE1DAA}"/>
              </a:ext>
            </a:extLst>
          </p:cNvPr>
          <p:cNvSpPr>
            <a:spLocks noGrp="1"/>
          </p:cNvSpPr>
          <p:nvPr>
            <p:ph type="sldNum" sz="quarter" idx="12"/>
          </p:nvPr>
        </p:nvSpPr>
        <p:spPr/>
        <p:txBody>
          <a:bodyPr/>
          <a:lstStyle/>
          <a:p>
            <a:fld id="{5D1E5300-FC0F-4317-A193-EF6CE9E6F7B5}" type="slidenum">
              <a:rPr lang="en-GB" noProof="0" smtClean="0"/>
              <a:pPr/>
              <a:t>9</a:t>
            </a:fld>
            <a:r>
              <a:rPr lang="en-GB" noProof="0"/>
              <a:t>  |  </a:t>
            </a:r>
          </a:p>
        </p:txBody>
      </p:sp>
      <p:sp>
        <p:nvSpPr>
          <p:cNvPr id="6" name="TextBox 5">
            <a:extLst>
              <a:ext uri="{FF2B5EF4-FFF2-40B4-BE49-F238E27FC236}">
                <a16:creationId xmlns:a16="http://schemas.microsoft.com/office/drawing/2014/main" id="{991A3871-EA52-E1ED-2D77-213ECBFB3977}"/>
              </a:ext>
            </a:extLst>
          </p:cNvPr>
          <p:cNvSpPr txBox="1"/>
          <p:nvPr/>
        </p:nvSpPr>
        <p:spPr>
          <a:xfrm>
            <a:off x="2182108" y="3254581"/>
            <a:ext cx="7827784" cy="646331"/>
          </a:xfrm>
          <a:prstGeom prst="rect">
            <a:avLst/>
          </a:prstGeom>
          <a:noFill/>
        </p:spPr>
        <p:txBody>
          <a:bodyPr wrap="none" rtlCol="0">
            <a:spAutoFit/>
          </a:bodyPr>
          <a:lstStyle/>
          <a:p>
            <a:r>
              <a:rPr lang="en-US" sz="3600" b="1"/>
              <a:t>Other use-cases are also welcomed!</a:t>
            </a:r>
          </a:p>
        </p:txBody>
      </p:sp>
    </p:spTree>
    <p:extLst>
      <p:ext uri="{BB962C8B-B14F-4D97-AF65-F5344CB8AC3E}">
        <p14:creationId xmlns:p14="http://schemas.microsoft.com/office/powerpoint/2010/main" val="3376534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5445F-3F64-7E76-A925-08EFF23E0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3E298-96FE-95EE-C43B-0A50EACA49F2}"/>
              </a:ext>
            </a:extLst>
          </p:cNvPr>
          <p:cNvSpPr>
            <a:spLocks noGrp="1"/>
          </p:cNvSpPr>
          <p:nvPr>
            <p:ph type="title"/>
          </p:nvPr>
        </p:nvSpPr>
        <p:spPr/>
        <p:txBody>
          <a:bodyPr/>
          <a:lstStyle/>
          <a:p>
            <a:r>
              <a:rPr lang="en-GB"/>
              <a:t>Get started repo</a:t>
            </a:r>
          </a:p>
        </p:txBody>
      </p:sp>
      <p:sp>
        <p:nvSpPr>
          <p:cNvPr id="5" name="Slide Number Placeholder 4">
            <a:extLst>
              <a:ext uri="{FF2B5EF4-FFF2-40B4-BE49-F238E27FC236}">
                <a16:creationId xmlns:a16="http://schemas.microsoft.com/office/drawing/2014/main" id="{EE75F3A3-29C1-8356-0D43-5A08ADD771F6}"/>
              </a:ext>
            </a:extLst>
          </p:cNvPr>
          <p:cNvSpPr>
            <a:spLocks noGrp="1"/>
          </p:cNvSpPr>
          <p:nvPr>
            <p:ph type="sldNum" sz="quarter" idx="12"/>
          </p:nvPr>
        </p:nvSpPr>
        <p:spPr/>
        <p:txBody>
          <a:bodyPr/>
          <a:lstStyle/>
          <a:p>
            <a:fld id="{5D1E5300-FC0F-4317-A193-EF6CE9E6F7B5}" type="slidenum">
              <a:rPr lang="en-GB" noProof="0" smtClean="0"/>
              <a:pPr/>
              <a:t>10</a:t>
            </a:fld>
            <a:r>
              <a:rPr lang="en-GB" noProof="0"/>
              <a:t>  |  </a:t>
            </a:r>
          </a:p>
        </p:txBody>
      </p:sp>
      <p:sp>
        <p:nvSpPr>
          <p:cNvPr id="7" name="TextBox 6">
            <a:extLst>
              <a:ext uri="{FF2B5EF4-FFF2-40B4-BE49-F238E27FC236}">
                <a16:creationId xmlns:a16="http://schemas.microsoft.com/office/drawing/2014/main" id="{09826988-0724-B05E-2AC6-52C5C85AB244}"/>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https://github.com/equinor/industrial-hackathon-2026</a:t>
            </a:r>
          </a:p>
          <a:p>
            <a:pPr algn="ctr"/>
            <a:endParaRPr lang="en-US"/>
          </a:p>
        </p:txBody>
      </p:sp>
    </p:spTree>
    <p:extLst>
      <p:ext uri="{BB962C8B-B14F-4D97-AF65-F5344CB8AC3E}">
        <p14:creationId xmlns:p14="http://schemas.microsoft.com/office/powerpoint/2010/main" val="4054030568"/>
      </p:ext>
    </p:extLst>
  </p:cSld>
  <p:clrMapOvr>
    <a:masterClrMapping/>
  </p:clrMapOvr>
</p:sld>
</file>

<file path=ppt/theme/theme1.xml><?xml version="1.0" encoding="utf-8"?>
<a:theme xmlns:a="http://schemas.openxmlformats.org/drawingml/2006/main" name="Office-tema">
  <a:themeElements>
    <a:clrScheme name="Equinor palette">
      <a:dk1>
        <a:srgbClr val="333333"/>
      </a:dk1>
      <a:lt1>
        <a:srgbClr val="FFFFFF"/>
      </a:lt1>
      <a:dk2>
        <a:srgbClr val="7D0023"/>
      </a:dk2>
      <a:lt2>
        <a:srgbClr val="E0E4E7"/>
      </a:lt2>
      <a:accent1>
        <a:srgbClr val="243746"/>
      </a:accent1>
      <a:accent2>
        <a:srgbClr val="007079"/>
      </a:accent2>
      <a:accent3>
        <a:srgbClr val="DFF5FF"/>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quinor corporate template .potx" id="{B6C8F20C-A55D-4B51-85F8-5BA516B42600}" vid="{DE1C57A0-6917-4810-8DA9-139330FF18EA}"/>
    </a:ext>
  </a:extLst>
</a:theme>
</file>

<file path=ppt/theme/theme2.xml><?xml version="1.0" encoding="utf-8"?>
<a:theme xmlns:a="http://schemas.openxmlformats.org/drawingml/2006/main" name="Custom Design">
  <a:themeElements>
    <a:clrScheme name="Equinor palette">
      <a:dk1>
        <a:srgbClr val="333333"/>
      </a:dk1>
      <a:lt1>
        <a:srgbClr val="FFFFFF"/>
      </a:lt1>
      <a:dk2>
        <a:srgbClr val="7D0023"/>
      </a:dk2>
      <a:lt2>
        <a:srgbClr val="E0E4E7"/>
      </a:lt2>
      <a:accent1>
        <a:srgbClr val="243746"/>
      </a:accent1>
      <a:accent2>
        <a:srgbClr val="007079"/>
      </a:accent2>
      <a:accent3>
        <a:srgbClr val="DFF5FF"/>
      </a:accent3>
      <a:accent4>
        <a:srgbClr val="E6FAEC"/>
      </a:accent4>
      <a:accent5>
        <a:srgbClr val="FFE7D6"/>
      </a:accent5>
      <a:accent6>
        <a:srgbClr val="FF1243"/>
      </a:accent6>
      <a:hlink>
        <a:srgbClr val="7D0023"/>
      </a:hlink>
      <a:folHlink>
        <a:srgbClr val="7D0023"/>
      </a:folHlink>
    </a:clrScheme>
    <a:fontScheme name="Equinor">
      <a:majorFont>
        <a:latin typeface="Equinor Medium"/>
        <a:ea typeface=""/>
        <a:cs typeface=""/>
      </a:majorFont>
      <a:minorFont>
        <a:latin typeface="Equino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quinor corporate template .potx" id="{B6C8F20C-A55D-4B51-85F8-5BA516B42600}" vid="{BEE2C9F1-0DB0-4CD9-A9A1-98FA32C8718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d42305e-325a-417a-b0d3-4701e69ed1f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095FC37737BA64DA4E2FA2DE88DDCB6" ma:contentTypeVersion="14" ma:contentTypeDescription="Create a new document." ma:contentTypeScope="" ma:versionID="a823ac984f6558a9e165bee7ef8dc8c6">
  <xsd:schema xmlns:xsd="http://www.w3.org/2001/XMLSchema" xmlns:xs="http://www.w3.org/2001/XMLSchema" xmlns:p="http://schemas.microsoft.com/office/2006/metadata/properties" xmlns:ns3="9d42305e-325a-417a-b0d3-4701e69ed1f0" xmlns:ns4="d3b6eee7-179c-4121-a008-3390dd569112" targetNamespace="http://schemas.microsoft.com/office/2006/metadata/properties" ma:root="true" ma:fieldsID="523757e07ba4983bf04dc22bacd1c226" ns3:_="" ns4:_="">
    <xsd:import namespace="9d42305e-325a-417a-b0d3-4701e69ed1f0"/>
    <xsd:import namespace="d3b6eee7-179c-4121-a008-3390dd56911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42305e-325a-417a-b0d3-4701e69ed1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3b6eee7-179c-4121-a008-3390dd56911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6156A3-B5C5-4C83-AB53-97BA5593172A}">
  <ds:schemaRefs>
    <ds:schemaRef ds:uri="http://www.w3.org/XML/1998/namespace"/>
    <ds:schemaRef ds:uri="http://schemas.microsoft.com/office/2006/documentManagement/types"/>
    <ds:schemaRef ds:uri="http://schemas.microsoft.com/office/2006/metadata/properties"/>
    <ds:schemaRef ds:uri="http://schemas.openxmlformats.org/package/2006/metadata/core-properties"/>
    <ds:schemaRef ds:uri="http://purl.org/dc/dcmitype/"/>
    <ds:schemaRef ds:uri="http://purl.org/dc/terms/"/>
    <ds:schemaRef ds:uri="http://schemas.microsoft.com/office/infopath/2007/PartnerControls"/>
    <ds:schemaRef ds:uri="d3b6eee7-179c-4121-a008-3390dd569112"/>
    <ds:schemaRef ds:uri="9d42305e-325a-417a-b0d3-4701e69ed1f0"/>
    <ds:schemaRef ds:uri="http://purl.org/dc/elements/1.1/"/>
  </ds:schemaRefs>
</ds:datastoreItem>
</file>

<file path=customXml/itemProps2.xml><?xml version="1.0" encoding="utf-8"?>
<ds:datastoreItem xmlns:ds="http://schemas.openxmlformats.org/officeDocument/2006/customXml" ds:itemID="{DFB59022-6EA1-4478-819F-665A82EF234B}">
  <ds:schemaRefs>
    <ds:schemaRef ds:uri="9d42305e-325a-417a-b0d3-4701e69ed1f0"/>
    <ds:schemaRef ds:uri="d3b6eee7-179c-4121-a008-3390dd56911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EBDF607-12C0-4726-BFD7-D1C18C768277}">
  <ds:schemaRefs>
    <ds:schemaRef ds:uri="http://schemas.microsoft.com/sharepoint/v3/contenttype/forms"/>
  </ds:schemaRefs>
</ds:datastoreItem>
</file>

<file path=docMetadata/LabelInfo.xml><?xml version="1.0" encoding="utf-8"?>
<clbl:labelList xmlns:clbl="http://schemas.microsoft.com/office/2020/mipLabelMetadata">
  <clbl:label id="{3aa4a235-b6e2-48d5-9195-7fcf05b459b0}" enabled="0" method="" siteId="{3aa4a235-b6e2-48d5-9195-7fcf05b459b0}" removed="1"/>
</clbl:labelList>
</file>

<file path=docProps/app.xml><?xml version="1.0" encoding="utf-8"?>
<Properties xmlns="http://schemas.openxmlformats.org/officeDocument/2006/extended-properties" xmlns:vt="http://schemas.openxmlformats.org/officeDocument/2006/docPropsVTypes">
  <Template>Equinor corporate template </Template>
  <TotalTime>0</TotalTime>
  <Words>523</Words>
  <Application>Microsoft Macintosh PowerPoint</Application>
  <PresentationFormat>Widescreen</PresentationFormat>
  <Paragraphs>108</Paragraphs>
  <Slides>10</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Verdana</vt:lpstr>
      <vt:lpstr>Arial</vt:lpstr>
      <vt:lpstr>Equinor Light</vt:lpstr>
      <vt:lpstr>Equinor</vt:lpstr>
      <vt:lpstr>Calibri</vt:lpstr>
      <vt:lpstr>Segoe UI</vt:lpstr>
      <vt:lpstr>Wingdings</vt:lpstr>
      <vt:lpstr>Equinor Medium</vt:lpstr>
      <vt:lpstr>Office-tema</vt:lpstr>
      <vt:lpstr>Custom Design</vt:lpstr>
      <vt:lpstr>Equinor Presents: Industrial AI Hackathon 2026</vt:lpstr>
      <vt:lpstr>Agenda</vt:lpstr>
      <vt:lpstr>Introduction</vt:lpstr>
      <vt:lpstr>Practical information</vt:lpstr>
      <vt:lpstr>Presentations / demo</vt:lpstr>
      <vt:lpstr>Hywind Tampen Wind Forecast</vt:lpstr>
      <vt:lpstr>2.  Welding</vt:lpstr>
      <vt:lpstr>3.    Volve</vt:lpstr>
      <vt:lpstr>PowerPoint Presentation</vt:lpstr>
      <vt:lpstr>Get started repo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Floris Eelke Elzinga</dc:creator>
  <cp:lastModifiedBy>Malavika Ramakrishnan</cp:lastModifiedBy>
  <cp:revision>2</cp:revision>
  <dcterms:created xsi:type="dcterms:W3CDTF">2024-03-04T12:32:57Z</dcterms:created>
  <dcterms:modified xsi:type="dcterms:W3CDTF">2026-08-20T12:39:51Z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y fmtid="{D5CDD505-2E9C-101B-9397-08002B2CF9AE}" pid="3" name="ContentTypeId">
    <vt:lpwstr>0x010100D095FC37737BA64DA4E2FA2DE88DDCB6</vt:lpwstr>
  </property>
</Properties>
</file>